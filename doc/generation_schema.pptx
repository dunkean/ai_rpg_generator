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61" r:id="rId2"/>
    <p:sldId id="259" r:id="rId3"/>
    <p:sldId id="260" r:id="rId4"/>
    <p:sldId id="257" r:id="rId5"/>
    <p:sldId id="258" r:id="rId6"/>
    <p:sldId id="256" r:id="rId7"/>
  </p:sldIdLst>
  <p:sldSz cx="12192000" cy="6858000"/>
  <p:notesSz cx="6858000" cy="9144000"/>
  <p:defaultTextStyle>
    <a:defPPr>
      <a:defRPr lang="fr-F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>
        <p:scale>
          <a:sx n="50" d="100"/>
          <a:sy n="50" d="100"/>
        </p:scale>
        <p:origin x="2874" y="75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microsoft.com/office/2016/11/relationships/changesInfo" Target="changesInfos/changesInfo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Grégory BEURIER" userId="3a03d89c-d063-4c23-8ae8-5350b02d6cdd" providerId="ADAL" clId="{F3C62FAD-FD36-44B6-B40F-AB92486CB61D}"/>
    <pc:docChg chg="undo custSel addSld modSld sldOrd modMainMaster">
      <pc:chgData name="Grégory BEURIER" userId="3a03d89c-d063-4c23-8ae8-5350b02d6cdd" providerId="ADAL" clId="{F3C62FAD-FD36-44B6-B40F-AB92486CB61D}" dt="2024-05-24T13:56:57.402" v="945"/>
      <pc:docMkLst>
        <pc:docMk/>
      </pc:docMkLst>
      <pc:sldChg chg="modSp mod">
        <pc:chgData name="Grégory BEURIER" userId="3a03d89c-d063-4c23-8ae8-5350b02d6cdd" providerId="ADAL" clId="{F3C62FAD-FD36-44B6-B40F-AB92486CB61D}" dt="2024-05-24T09:16:08.345" v="52"/>
        <pc:sldMkLst>
          <pc:docMk/>
          <pc:sldMk cId="12714230" sldId="256"/>
        </pc:sldMkLst>
        <pc:spChg chg="mod">
          <ac:chgData name="Grégory BEURIER" userId="3a03d89c-d063-4c23-8ae8-5350b02d6cdd" providerId="ADAL" clId="{F3C62FAD-FD36-44B6-B40F-AB92486CB61D}" dt="2024-05-24T09:16:08.345" v="52"/>
          <ac:spMkLst>
            <pc:docMk/>
            <pc:sldMk cId="12714230" sldId="256"/>
            <ac:spMk id="2" creationId="{32C56F84-17EE-5743-3629-58B10AC903BA}"/>
          </ac:spMkLst>
        </pc:spChg>
        <pc:spChg chg="mod">
          <ac:chgData name="Grégory BEURIER" userId="3a03d89c-d063-4c23-8ae8-5350b02d6cdd" providerId="ADAL" clId="{F3C62FAD-FD36-44B6-B40F-AB92486CB61D}" dt="2024-05-24T09:16:08.345" v="52"/>
          <ac:spMkLst>
            <pc:docMk/>
            <pc:sldMk cId="12714230" sldId="256"/>
            <ac:spMk id="4" creationId="{07EF7447-BE0E-545C-CD36-06D1D863DF06}"/>
          </ac:spMkLst>
        </pc:spChg>
        <pc:spChg chg="mod">
          <ac:chgData name="Grégory BEURIER" userId="3a03d89c-d063-4c23-8ae8-5350b02d6cdd" providerId="ADAL" clId="{F3C62FAD-FD36-44B6-B40F-AB92486CB61D}" dt="2024-05-24T09:16:08.345" v="52"/>
          <ac:spMkLst>
            <pc:docMk/>
            <pc:sldMk cId="12714230" sldId="256"/>
            <ac:spMk id="6" creationId="{A3B1D3A8-EB17-9EE2-E810-AD3E35904522}"/>
          </ac:spMkLst>
        </pc:spChg>
        <pc:spChg chg="mod">
          <ac:chgData name="Grégory BEURIER" userId="3a03d89c-d063-4c23-8ae8-5350b02d6cdd" providerId="ADAL" clId="{F3C62FAD-FD36-44B6-B40F-AB92486CB61D}" dt="2024-05-24T09:16:08.345" v="52"/>
          <ac:spMkLst>
            <pc:docMk/>
            <pc:sldMk cId="12714230" sldId="256"/>
            <ac:spMk id="7" creationId="{12A1B143-1DFA-070E-A46A-873968F7995F}"/>
          </ac:spMkLst>
        </pc:spChg>
        <pc:spChg chg="mod">
          <ac:chgData name="Grégory BEURIER" userId="3a03d89c-d063-4c23-8ae8-5350b02d6cdd" providerId="ADAL" clId="{F3C62FAD-FD36-44B6-B40F-AB92486CB61D}" dt="2024-05-24T09:16:08.345" v="52"/>
          <ac:spMkLst>
            <pc:docMk/>
            <pc:sldMk cId="12714230" sldId="256"/>
            <ac:spMk id="8" creationId="{3B52208F-8FA6-3D61-4391-CFEADE70D9F8}"/>
          </ac:spMkLst>
        </pc:spChg>
        <pc:spChg chg="mod">
          <ac:chgData name="Grégory BEURIER" userId="3a03d89c-d063-4c23-8ae8-5350b02d6cdd" providerId="ADAL" clId="{F3C62FAD-FD36-44B6-B40F-AB92486CB61D}" dt="2024-05-24T09:16:08.345" v="52"/>
          <ac:spMkLst>
            <pc:docMk/>
            <pc:sldMk cId="12714230" sldId="256"/>
            <ac:spMk id="9" creationId="{655839FA-5F98-CDDB-7143-05F87D936AC7}"/>
          </ac:spMkLst>
        </pc:spChg>
        <pc:spChg chg="mod">
          <ac:chgData name="Grégory BEURIER" userId="3a03d89c-d063-4c23-8ae8-5350b02d6cdd" providerId="ADAL" clId="{F3C62FAD-FD36-44B6-B40F-AB92486CB61D}" dt="2024-05-24T09:16:08.345" v="52"/>
          <ac:spMkLst>
            <pc:docMk/>
            <pc:sldMk cId="12714230" sldId="256"/>
            <ac:spMk id="11" creationId="{C19A8A86-33DF-5932-4CFA-43AFA749B77E}"/>
          </ac:spMkLst>
        </pc:spChg>
        <pc:spChg chg="mod">
          <ac:chgData name="Grégory BEURIER" userId="3a03d89c-d063-4c23-8ae8-5350b02d6cdd" providerId="ADAL" clId="{F3C62FAD-FD36-44B6-B40F-AB92486CB61D}" dt="2024-05-24T09:16:08.345" v="52"/>
          <ac:spMkLst>
            <pc:docMk/>
            <pc:sldMk cId="12714230" sldId="256"/>
            <ac:spMk id="12" creationId="{23FC133B-7582-85D4-CF07-61C81557ABD9}"/>
          </ac:spMkLst>
        </pc:spChg>
        <pc:spChg chg="mod">
          <ac:chgData name="Grégory BEURIER" userId="3a03d89c-d063-4c23-8ae8-5350b02d6cdd" providerId="ADAL" clId="{F3C62FAD-FD36-44B6-B40F-AB92486CB61D}" dt="2024-05-24T09:16:08.345" v="52"/>
          <ac:spMkLst>
            <pc:docMk/>
            <pc:sldMk cId="12714230" sldId="256"/>
            <ac:spMk id="13" creationId="{258C19A9-3639-0619-ADEE-D2E5F26C00E1}"/>
          </ac:spMkLst>
        </pc:spChg>
        <pc:spChg chg="mod">
          <ac:chgData name="Grégory BEURIER" userId="3a03d89c-d063-4c23-8ae8-5350b02d6cdd" providerId="ADAL" clId="{F3C62FAD-FD36-44B6-B40F-AB92486CB61D}" dt="2024-05-24T09:16:08.345" v="52"/>
          <ac:spMkLst>
            <pc:docMk/>
            <pc:sldMk cId="12714230" sldId="256"/>
            <ac:spMk id="14" creationId="{08C259BA-710B-9FB5-C62B-F7C1FD06444C}"/>
          </ac:spMkLst>
        </pc:spChg>
        <pc:spChg chg="mod">
          <ac:chgData name="Grégory BEURIER" userId="3a03d89c-d063-4c23-8ae8-5350b02d6cdd" providerId="ADAL" clId="{F3C62FAD-FD36-44B6-B40F-AB92486CB61D}" dt="2024-05-24T09:16:08.345" v="52"/>
          <ac:spMkLst>
            <pc:docMk/>
            <pc:sldMk cId="12714230" sldId="256"/>
            <ac:spMk id="15" creationId="{BA17DDDA-3D1F-F5D4-B9DE-B5514E7D7313}"/>
          </ac:spMkLst>
        </pc:spChg>
        <pc:spChg chg="mod">
          <ac:chgData name="Grégory BEURIER" userId="3a03d89c-d063-4c23-8ae8-5350b02d6cdd" providerId="ADAL" clId="{F3C62FAD-FD36-44B6-B40F-AB92486CB61D}" dt="2024-05-24T09:16:08.345" v="52"/>
          <ac:spMkLst>
            <pc:docMk/>
            <pc:sldMk cId="12714230" sldId="256"/>
            <ac:spMk id="18" creationId="{F3DC2EB8-A217-F40E-0867-DB879AFEA9FB}"/>
          </ac:spMkLst>
        </pc:spChg>
        <pc:spChg chg="mod">
          <ac:chgData name="Grégory BEURIER" userId="3a03d89c-d063-4c23-8ae8-5350b02d6cdd" providerId="ADAL" clId="{F3C62FAD-FD36-44B6-B40F-AB92486CB61D}" dt="2024-05-24T09:16:08.345" v="52"/>
          <ac:spMkLst>
            <pc:docMk/>
            <pc:sldMk cId="12714230" sldId="256"/>
            <ac:spMk id="19" creationId="{91ADC53A-7ED4-38F0-550B-7551E98C4FC5}"/>
          </ac:spMkLst>
        </pc:spChg>
        <pc:spChg chg="mod">
          <ac:chgData name="Grégory BEURIER" userId="3a03d89c-d063-4c23-8ae8-5350b02d6cdd" providerId="ADAL" clId="{F3C62FAD-FD36-44B6-B40F-AB92486CB61D}" dt="2024-05-24T09:16:08.345" v="52"/>
          <ac:spMkLst>
            <pc:docMk/>
            <pc:sldMk cId="12714230" sldId="256"/>
            <ac:spMk id="20" creationId="{C5930E66-78C0-1936-69B2-777AC378D202}"/>
          </ac:spMkLst>
        </pc:spChg>
        <pc:spChg chg="mod">
          <ac:chgData name="Grégory BEURIER" userId="3a03d89c-d063-4c23-8ae8-5350b02d6cdd" providerId="ADAL" clId="{F3C62FAD-FD36-44B6-B40F-AB92486CB61D}" dt="2024-05-24T09:16:08.345" v="52"/>
          <ac:spMkLst>
            <pc:docMk/>
            <pc:sldMk cId="12714230" sldId="256"/>
            <ac:spMk id="21" creationId="{0856DAB8-566A-BF9F-E7CC-6D8C43E321B7}"/>
          </ac:spMkLst>
        </pc:spChg>
        <pc:spChg chg="mod">
          <ac:chgData name="Grégory BEURIER" userId="3a03d89c-d063-4c23-8ae8-5350b02d6cdd" providerId="ADAL" clId="{F3C62FAD-FD36-44B6-B40F-AB92486CB61D}" dt="2024-05-24T09:16:08.345" v="52"/>
          <ac:spMkLst>
            <pc:docMk/>
            <pc:sldMk cId="12714230" sldId="256"/>
            <ac:spMk id="26" creationId="{1B5F5013-A91F-BFDE-C6DD-01D93149DBC1}"/>
          </ac:spMkLst>
        </pc:spChg>
        <pc:spChg chg="mod">
          <ac:chgData name="Grégory BEURIER" userId="3a03d89c-d063-4c23-8ae8-5350b02d6cdd" providerId="ADAL" clId="{F3C62FAD-FD36-44B6-B40F-AB92486CB61D}" dt="2024-05-24T09:16:08.345" v="52"/>
          <ac:spMkLst>
            <pc:docMk/>
            <pc:sldMk cId="12714230" sldId="256"/>
            <ac:spMk id="32" creationId="{AD0B32D8-3A48-DECF-DEB4-671070BBFE9D}"/>
          </ac:spMkLst>
        </pc:spChg>
        <pc:spChg chg="mod">
          <ac:chgData name="Grégory BEURIER" userId="3a03d89c-d063-4c23-8ae8-5350b02d6cdd" providerId="ADAL" clId="{F3C62FAD-FD36-44B6-B40F-AB92486CB61D}" dt="2024-05-24T09:16:08.345" v="52"/>
          <ac:spMkLst>
            <pc:docMk/>
            <pc:sldMk cId="12714230" sldId="256"/>
            <ac:spMk id="91" creationId="{474DB5CC-71B8-A21A-B34B-F3063166D019}"/>
          </ac:spMkLst>
        </pc:spChg>
        <pc:spChg chg="mod">
          <ac:chgData name="Grégory BEURIER" userId="3a03d89c-d063-4c23-8ae8-5350b02d6cdd" providerId="ADAL" clId="{F3C62FAD-FD36-44B6-B40F-AB92486CB61D}" dt="2024-05-24T09:16:08.345" v="52"/>
          <ac:spMkLst>
            <pc:docMk/>
            <pc:sldMk cId="12714230" sldId="256"/>
            <ac:spMk id="137" creationId="{73F83808-5836-2C4B-1C2B-57017DEEDB87}"/>
          </ac:spMkLst>
        </pc:spChg>
        <pc:spChg chg="mod">
          <ac:chgData name="Grégory BEURIER" userId="3a03d89c-d063-4c23-8ae8-5350b02d6cdd" providerId="ADAL" clId="{F3C62FAD-FD36-44B6-B40F-AB92486CB61D}" dt="2024-05-24T09:16:08.345" v="52"/>
          <ac:spMkLst>
            <pc:docMk/>
            <pc:sldMk cId="12714230" sldId="256"/>
            <ac:spMk id="166" creationId="{5F8E31FE-D79C-2B52-22B7-ED7639BCAA22}"/>
          </ac:spMkLst>
        </pc:spChg>
        <pc:cxnChg chg="mod">
          <ac:chgData name="Grégory BEURIER" userId="3a03d89c-d063-4c23-8ae8-5350b02d6cdd" providerId="ADAL" clId="{F3C62FAD-FD36-44B6-B40F-AB92486CB61D}" dt="2024-05-24T09:16:08.345" v="52"/>
          <ac:cxnSpMkLst>
            <pc:docMk/>
            <pc:sldMk cId="12714230" sldId="256"/>
            <ac:cxnSpMk id="23" creationId="{19D182D8-6415-E49C-56C6-E449F2820238}"/>
          </ac:cxnSpMkLst>
        </pc:cxnChg>
        <pc:cxnChg chg="mod">
          <ac:chgData name="Grégory BEURIER" userId="3a03d89c-d063-4c23-8ae8-5350b02d6cdd" providerId="ADAL" clId="{F3C62FAD-FD36-44B6-B40F-AB92486CB61D}" dt="2024-05-24T09:16:08.345" v="52"/>
          <ac:cxnSpMkLst>
            <pc:docMk/>
            <pc:sldMk cId="12714230" sldId="256"/>
            <ac:cxnSpMk id="25" creationId="{CEDB0045-1039-8EDE-B2E5-801872E0C977}"/>
          </ac:cxnSpMkLst>
        </pc:cxnChg>
        <pc:cxnChg chg="mod">
          <ac:chgData name="Grégory BEURIER" userId="3a03d89c-d063-4c23-8ae8-5350b02d6cdd" providerId="ADAL" clId="{F3C62FAD-FD36-44B6-B40F-AB92486CB61D}" dt="2024-05-24T09:16:08.345" v="52"/>
          <ac:cxnSpMkLst>
            <pc:docMk/>
            <pc:sldMk cId="12714230" sldId="256"/>
            <ac:cxnSpMk id="42" creationId="{730EF69E-7260-2FDD-2FDC-2A980C616DD6}"/>
          </ac:cxnSpMkLst>
        </pc:cxnChg>
        <pc:cxnChg chg="mod">
          <ac:chgData name="Grégory BEURIER" userId="3a03d89c-d063-4c23-8ae8-5350b02d6cdd" providerId="ADAL" clId="{F3C62FAD-FD36-44B6-B40F-AB92486CB61D}" dt="2024-05-24T09:16:08.345" v="52"/>
          <ac:cxnSpMkLst>
            <pc:docMk/>
            <pc:sldMk cId="12714230" sldId="256"/>
            <ac:cxnSpMk id="45" creationId="{80E3E781-BFB0-26CC-A1D4-A01EB66EE013}"/>
          </ac:cxnSpMkLst>
        </pc:cxnChg>
        <pc:cxnChg chg="mod">
          <ac:chgData name="Grégory BEURIER" userId="3a03d89c-d063-4c23-8ae8-5350b02d6cdd" providerId="ADAL" clId="{F3C62FAD-FD36-44B6-B40F-AB92486CB61D}" dt="2024-05-24T09:16:08.345" v="52"/>
          <ac:cxnSpMkLst>
            <pc:docMk/>
            <pc:sldMk cId="12714230" sldId="256"/>
            <ac:cxnSpMk id="55" creationId="{FECD37EF-35CE-4926-C39C-DD3351682E15}"/>
          </ac:cxnSpMkLst>
        </pc:cxnChg>
        <pc:cxnChg chg="mod">
          <ac:chgData name="Grégory BEURIER" userId="3a03d89c-d063-4c23-8ae8-5350b02d6cdd" providerId="ADAL" clId="{F3C62FAD-FD36-44B6-B40F-AB92486CB61D}" dt="2024-05-24T09:16:08.345" v="52"/>
          <ac:cxnSpMkLst>
            <pc:docMk/>
            <pc:sldMk cId="12714230" sldId="256"/>
            <ac:cxnSpMk id="67" creationId="{7ABD12FA-A2B0-19D1-97EB-3A443380B3E1}"/>
          </ac:cxnSpMkLst>
        </pc:cxnChg>
        <pc:cxnChg chg="mod">
          <ac:chgData name="Grégory BEURIER" userId="3a03d89c-d063-4c23-8ae8-5350b02d6cdd" providerId="ADAL" clId="{F3C62FAD-FD36-44B6-B40F-AB92486CB61D}" dt="2024-05-24T09:16:08.345" v="52"/>
          <ac:cxnSpMkLst>
            <pc:docMk/>
            <pc:sldMk cId="12714230" sldId="256"/>
            <ac:cxnSpMk id="72" creationId="{3570B116-4D65-AF2D-108A-A3812A018F92}"/>
          </ac:cxnSpMkLst>
        </pc:cxnChg>
        <pc:cxnChg chg="mod">
          <ac:chgData name="Grégory BEURIER" userId="3a03d89c-d063-4c23-8ae8-5350b02d6cdd" providerId="ADAL" clId="{F3C62FAD-FD36-44B6-B40F-AB92486CB61D}" dt="2024-05-24T09:16:08.345" v="52"/>
          <ac:cxnSpMkLst>
            <pc:docMk/>
            <pc:sldMk cId="12714230" sldId="256"/>
            <ac:cxnSpMk id="76" creationId="{3E6871B3-9433-22F6-BFD7-C4A5346A9728}"/>
          </ac:cxnSpMkLst>
        </pc:cxnChg>
        <pc:cxnChg chg="mod">
          <ac:chgData name="Grégory BEURIER" userId="3a03d89c-d063-4c23-8ae8-5350b02d6cdd" providerId="ADAL" clId="{F3C62FAD-FD36-44B6-B40F-AB92486CB61D}" dt="2024-05-24T09:16:08.345" v="52"/>
          <ac:cxnSpMkLst>
            <pc:docMk/>
            <pc:sldMk cId="12714230" sldId="256"/>
            <ac:cxnSpMk id="80" creationId="{B8286BE3-8B43-B746-0B16-4AC401D2B28A}"/>
          </ac:cxnSpMkLst>
        </pc:cxnChg>
        <pc:cxnChg chg="mod">
          <ac:chgData name="Grégory BEURIER" userId="3a03d89c-d063-4c23-8ae8-5350b02d6cdd" providerId="ADAL" clId="{F3C62FAD-FD36-44B6-B40F-AB92486CB61D}" dt="2024-05-24T09:16:08.345" v="52"/>
          <ac:cxnSpMkLst>
            <pc:docMk/>
            <pc:sldMk cId="12714230" sldId="256"/>
            <ac:cxnSpMk id="81" creationId="{2924C7FB-2F99-4A5C-1CED-AAC912609487}"/>
          </ac:cxnSpMkLst>
        </pc:cxnChg>
        <pc:cxnChg chg="mod">
          <ac:chgData name="Grégory BEURIER" userId="3a03d89c-d063-4c23-8ae8-5350b02d6cdd" providerId="ADAL" clId="{F3C62FAD-FD36-44B6-B40F-AB92486CB61D}" dt="2024-05-24T09:16:08.345" v="52"/>
          <ac:cxnSpMkLst>
            <pc:docMk/>
            <pc:sldMk cId="12714230" sldId="256"/>
            <ac:cxnSpMk id="92" creationId="{6C9CA59C-E37B-4ACB-5BD2-4994DEEB3EB3}"/>
          </ac:cxnSpMkLst>
        </pc:cxnChg>
        <pc:cxnChg chg="mod">
          <ac:chgData name="Grégory BEURIER" userId="3a03d89c-d063-4c23-8ae8-5350b02d6cdd" providerId="ADAL" clId="{F3C62FAD-FD36-44B6-B40F-AB92486CB61D}" dt="2024-05-24T09:16:08.345" v="52"/>
          <ac:cxnSpMkLst>
            <pc:docMk/>
            <pc:sldMk cId="12714230" sldId="256"/>
            <ac:cxnSpMk id="100" creationId="{79F38E90-9155-110B-0CD5-453DB7C43423}"/>
          </ac:cxnSpMkLst>
        </pc:cxnChg>
        <pc:cxnChg chg="mod">
          <ac:chgData name="Grégory BEURIER" userId="3a03d89c-d063-4c23-8ae8-5350b02d6cdd" providerId="ADAL" clId="{F3C62FAD-FD36-44B6-B40F-AB92486CB61D}" dt="2024-05-24T09:16:08.345" v="52"/>
          <ac:cxnSpMkLst>
            <pc:docMk/>
            <pc:sldMk cId="12714230" sldId="256"/>
            <ac:cxnSpMk id="103" creationId="{65C04DB4-32F9-08B3-E15D-7A054352A0DF}"/>
          </ac:cxnSpMkLst>
        </pc:cxnChg>
        <pc:cxnChg chg="mod">
          <ac:chgData name="Grégory BEURIER" userId="3a03d89c-d063-4c23-8ae8-5350b02d6cdd" providerId="ADAL" clId="{F3C62FAD-FD36-44B6-B40F-AB92486CB61D}" dt="2024-05-24T09:16:08.345" v="52"/>
          <ac:cxnSpMkLst>
            <pc:docMk/>
            <pc:sldMk cId="12714230" sldId="256"/>
            <ac:cxnSpMk id="114" creationId="{A0FB039B-3132-FE18-F787-5C46CCE12033}"/>
          </ac:cxnSpMkLst>
        </pc:cxnChg>
        <pc:cxnChg chg="mod">
          <ac:chgData name="Grégory BEURIER" userId="3a03d89c-d063-4c23-8ae8-5350b02d6cdd" providerId="ADAL" clId="{F3C62FAD-FD36-44B6-B40F-AB92486CB61D}" dt="2024-05-24T09:16:08.345" v="52"/>
          <ac:cxnSpMkLst>
            <pc:docMk/>
            <pc:sldMk cId="12714230" sldId="256"/>
            <ac:cxnSpMk id="117" creationId="{BA377C42-9767-D62E-C1BF-1E3EC593AE05}"/>
          </ac:cxnSpMkLst>
        </pc:cxnChg>
        <pc:cxnChg chg="mod">
          <ac:chgData name="Grégory BEURIER" userId="3a03d89c-d063-4c23-8ae8-5350b02d6cdd" providerId="ADAL" clId="{F3C62FAD-FD36-44B6-B40F-AB92486CB61D}" dt="2024-05-24T09:16:08.345" v="52"/>
          <ac:cxnSpMkLst>
            <pc:docMk/>
            <pc:sldMk cId="12714230" sldId="256"/>
            <ac:cxnSpMk id="147" creationId="{CA9A7A45-6BFC-0313-A811-8482C1B25824}"/>
          </ac:cxnSpMkLst>
        </pc:cxnChg>
        <pc:cxnChg chg="mod">
          <ac:chgData name="Grégory BEURIER" userId="3a03d89c-d063-4c23-8ae8-5350b02d6cdd" providerId="ADAL" clId="{F3C62FAD-FD36-44B6-B40F-AB92486CB61D}" dt="2024-05-24T09:16:08.345" v="52"/>
          <ac:cxnSpMkLst>
            <pc:docMk/>
            <pc:sldMk cId="12714230" sldId="256"/>
            <ac:cxnSpMk id="148" creationId="{73859E1F-9B72-B00C-DADD-E223BC4ABA56}"/>
          </ac:cxnSpMkLst>
        </pc:cxnChg>
        <pc:cxnChg chg="mod">
          <ac:chgData name="Grégory BEURIER" userId="3a03d89c-d063-4c23-8ae8-5350b02d6cdd" providerId="ADAL" clId="{F3C62FAD-FD36-44B6-B40F-AB92486CB61D}" dt="2024-05-24T09:16:08.345" v="52"/>
          <ac:cxnSpMkLst>
            <pc:docMk/>
            <pc:sldMk cId="12714230" sldId="256"/>
            <ac:cxnSpMk id="156" creationId="{F9B080FB-439B-B3CD-188A-07149053B6C7}"/>
          </ac:cxnSpMkLst>
        </pc:cxnChg>
        <pc:cxnChg chg="mod">
          <ac:chgData name="Grégory BEURIER" userId="3a03d89c-d063-4c23-8ae8-5350b02d6cdd" providerId="ADAL" clId="{F3C62FAD-FD36-44B6-B40F-AB92486CB61D}" dt="2024-05-24T09:16:08.345" v="52"/>
          <ac:cxnSpMkLst>
            <pc:docMk/>
            <pc:sldMk cId="12714230" sldId="256"/>
            <ac:cxnSpMk id="159" creationId="{061A8E6A-46DE-9383-9AA3-8A70F9D1BA78}"/>
          </ac:cxnSpMkLst>
        </pc:cxnChg>
      </pc:sldChg>
      <pc:sldChg chg="modSp mod">
        <pc:chgData name="Grégory BEURIER" userId="3a03d89c-d063-4c23-8ae8-5350b02d6cdd" providerId="ADAL" clId="{F3C62FAD-FD36-44B6-B40F-AB92486CB61D}" dt="2024-05-24T09:16:08.345" v="52"/>
        <pc:sldMkLst>
          <pc:docMk/>
          <pc:sldMk cId="1440297966" sldId="257"/>
        </pc:sldMkLst>
        <pc:spChg chg="mod">
          <ac:chgData name="Grégory BEURIER" userId="3a03d89c-d063-4c23-8ae8-5350b02d6cdd" providerId="ADAL" clId="{F3C62FAD-FD36-44B6-B40F-AB92486CB61D}" dt="2024-05-24T09:16:08.345" v="52"/>
          <ac:spMkLst>
            <pc:docMk/>
            <pc:sldMk cId="1440297966" sldId="257"/>
            <ac:spMk id="4" creationId="{83FF3D78-3FE4-A8B7-8CEA-372C708BC916}"/>
          </ac:spMkLst>
        </pc:spChg>
        <pc:spChg chg="mod ord">
          <ac:chgData name="Grégory BEURIER" userId="3a03d89c-d063-4c23-8ae8-5350b02d6cdd" providerId="ADAL" clId="{F3C62FAD-FD36-44B6-B40F-AB92486CB61D}" dt="2024-05-24T09:16:08.345" v="52"/>
          <ac:spMkLst>
            <pc:docMk/>
            <pc:sldMk cId="1440297966" sldId="257"/>
            <ac:spMk id="5" creationId="{375191DF-E2F2-BF74-9E61-EB2E6F42DBF5}"/>
          </ac:spMkLst>
        </pc:spChg>
        <pc:spChg chg="mod">
          <ac:chgData name="Grégory BEURIER" userId="3a03d89c-d063-4c23-8ae8-5350b02d6cdd" providerId="ADAL" clId="{F3C62FAD-FD36-44B6-B40F-AB92486CB61D}" dt="2024-05-24T09:16:08.345" v="52"/>
          <ac:spMkLst>
            <pc:docMk/>
            <pc:sldMk cId="1440297966" sldId="257"/>
            <ac:spMk id="8" creationId="{35F5B0C7-3E36-7C80-9857-FAFAC29BA709}"/>
          </ac:spMkLst>
        </pc:spChg>
        <pc:spChg chg="mod">
          <ac:chgData name="Grégory BEURIER" userId="3a03d89c-d063-4c23-8ae8-5350b02d6cdd" providerId="ADAL" clId="{F3C62FAD-FD36-44B6-B40F-AB92486CB61D}" dt="2024-05-24T09:16:08.345" v="52"/>
          <ac:spMkLst>
            <pc:docMk/>
            <pc:sldMk cId="1440297966" sldId="257"/>
            <ac:spMk id="9" creationId="{C859D298-24C0-0C6A-656E-EDB2F53BCF5B}"/>
          </ac:spMkLst>
        </pc:spChg>
        <pc:spChg chg="mod">
          <ac:chgData name="Grégory BEURIER" userId="3a03d89c-d063-4c23-8ae8-5350b02d6cdd" providerId="ADAL" clId="{F3C62FAD-FD36-44B6-B40F-AB92486CB61D}" dt="2024-05-24T09:16:08.345" v="52"/>
          <ac:spMkLst>
            <pc:docMk/>
            <pc:sldMk cId="1440297966" sldId="257"/>
            <ac:spMk id="16" creationId="{948DFAE1-2472-FDE2-074E-9F07F5A24787}"/>
          </ac:spMkLst>
        </pc:spChg>
        <pc:spChg chg="mod">
          <ac:chgData name="Grégory BEURIER" userId="3a03d89c-d063-4c23-8ae8-5350b02d6cdd" providerId="ADAL" clId="{F3C62FAD-FD36-44B6-B40F-AB92486CB61D}" dt="2024-05-24T09:16:08.345" v="52"/>
          <ac:spMkLst>
            <pc:docMk/>
            <pc:sldMk cId="1440297966" sldId="257"/>
            <ac:spMk id="17" creationId="{E44465A3-0A25-9832-AA43-52CD03736318}"/>
          </ac:spMkLst>
        </pc:spChg>
        <pc:spChg chg="mod">
          <ac:chgData name="Grégory BEURIER" userId="3a03d89c-d063-4c23-8ae8-5350b02d6cdd" providerId="ADAL" clId="{F3C62FAD-FD36-44B6-B40F-AB92486CB61D}" dt="2024-05-24T09:16:08.345" v="52"/>
          <ac:spMkLst>
            <pc:docMk/>
            <pc:sldMk cId="1440297966" sldId="257"/>
            <ac:spMk id="18" creationId="{3C971D1A-6179-37D1-02F1-E4A46351C80F}"/>
          </ac:spMkLst>
        </pc:spChg>
        <pc:spChg chg="mod">
          <ac:chgData name="Grégory BEURIER" userId="3a03d89c-d063-4c23-8ae8-5350b02d6cdd" providerId="ADAL" clId="{F3C62FAD-FD36-44B6-B40F-AB92486CB61D}" dt="2024-05-24T09:16:08.345" v="52"/>
          <ac:spMkLst>
            <pc:docMk/>
            <pc:sldMk cId="1440297966" sldId="257"/>
            <ac:spMk id="20" creationId="{C26FA5AA-1D7A-03D0-5B36-9CC498991884}"/>
          </ac:spMkLst>
        </pc:spChg>
        <pc:spChg chg="mod">
          <ac:chgData name="Grégory BEURIER" userId="3a03d89c-d063-4c23-8ae8-5350b02d6cdd" providerId="ADAL" clId="{F3C62FAD-FD36-44B6-B40F-AB92486CB61D}" dt="2024-05-24T09:16:08.345" v="52"/>
          <ac:spMkLst>
            <pc:docMk/>
            <pc:sldMk cId="1440297966" sldId="257"/>
            <ac:spMk id="21" creationId="{F0179EF4-2259-978B-FC37-8546165E13F9}"/>
          </ac:spMkLst>
        </pc:spChg>
      </pc:sldChg>
      <pc:sldChg chg="modSp mod">
        <pc:chgData name="Grégory BEURIER" userId="3a03d89c-d063-4c23-8ae8-5350b02d6cdd" providerId="ADAL" clId="{F3C62FAD-FD36-44B6-B40F-AB92486CB61D}" dt="2024-05-24T13:56:53.692" v="941" actId="1076"/>
        <pc:sldMkLst>
          <pc:docMk/>
          <pc:sldMk cId="1957739885" sldId="258"/>
        </pc:sldMkLst>
        <pc:spChg chg="mod">
          <ac:chgData name="Grégory BEURIER" userId="3a03d89c-d063-4c23-8ae8-5350b02d6cdd" providerId="ADAL" clId="{F3C62FAD-FD36-44B6-B40F-AB92486CB61D}" dt="2024-05-24T13:56:53.692" v="941" actId="1076"/>
          <ac:spMkLst>
            <pc:docMk/>
            <pc:sldMk cId="1957739885" sldId="258"/>
            <ac:spMk id="4" creationId="{E45F146C-0965-4E2A-D204-4491E84FCF24}"/>
          </ac:spMkLst>
        </pc:spChg>
        <pc:spChg chg="mod">
          <ac:chgData name="Grégory BEURIER" userId="3a03d89c-d063-4c23-8ae8-5350b02d6cdd" providerId="ADAL" clId="{F3C62FAD-FD36-44B6-B40F-AB92486CB61D}" dt="2024-05-24T13:56:53.692" v="941" actId="1076"/>
          <ac:spMkLst>
            <pc:docMk/>
            <pc:sldMk cId="1957739885" sldId="258"/>
            <ac:spMk id="6" creationId="{A17DA302-14D8-6B54-069E-6D6AC7BE5477}"/>
          </ac:spMkLst>
        </pc:spChg>
        <pc:spChg chg="mod">
          <ac:chgData name="Grégory BEURIER" userId="3a03d89c-d063-4c23-8ae8-5350b02d6cdd" providerId="ADAL" clId="{F3C62FAD-FD36-44B6-B40F-AB92486CB61D}" dt="2024-05-24T13:56:53.692" v="941" actId="1076"/>
          <ac:spMkLst>
            <pc:docMk/>
            <pc:sldMk cId="1957739885" sldId="258"/>
            <ac:spMk id="10" creationId="{4801BE33-28F7-45B6-414C-490193BC8A12}"/>
          </ac:spMkLst>
        </pc:spChg>
        <pc:spChg chg="mod">
          <ac:chgData name="Grégory BEURIER" userId="3a03d89c-d063-4c23-8ae8-5350b02d6cdd" providerId="ADAL" clId="{F3C62FAD-FD36-44B6-B40F-AB92486CB61D}" dt="2024-05-24T13:56:53.692" v="941" actId="1076"/>
          <ac:spMkLst>
            <pc:docMk/>
            <pc:sldMk cId="1957739885" sldId="258"/>
            <ac:spMk id="11" creationId="{AFF8CB03-8738-09B1-5640-9686668BC034}"/>
          </ac:spMkLst>
        </pc:spChg>
        <pc:spChg chg="mod">
          <ac:chgData name="Grégory BEURIER" userId="3a03d89c-d063-4c23-8ae8-5350b02d6cdd" providerId="ADAL" clId="{F3C62FAD-FD36-44B6-B40F-AB92486CB61D}" dt="2024-05-24T13:56:53.692" v="941" actId="1076"/>
          <ac:spMkLst>
            <pc:docMk/>
            <pc:sldMk cId="1957739885" sldId="258"/>
            <ac:spMk id="12" creationId="{4755B49E-F142-ADCF-B784-DA3AB81CF01E}"/>
          </ac:spMkLst>
        </pc:spChg>
        <pc:spChg chg="mod">
          <ac:chgData name="Grégory BEURIER" userId="3a03d89c-d063-4c23-8ae8-5350b02d6cdd" providerId="ADAL" clId="{F3C62FAD-FD36-44B6-B40F-AB92486CB61D}" dt="2024-05-24T13:56:53.692" v="941" actId="1076"/>
          <ac:spMkLst>
            <pc:docMk/>
            <pc:sldMk cId="1957739885" sldId="258"/>
            <ac:spMk id="13" creationId="{A066ABF7-E894-2283-D701-641374F499BD}"/>
          </ac:spMkLst>
        </pc:spChg>
        <pc:spChg chg="mod">
          <ac:chgData name="Grégory BEURIER" userId="3a03d89c-d063-4c23-8ae8-5350b02d6cdd" providerId="ADAL" clId="{F3C62FAD-FD36-44B6-B40F-AB92486CB61D}" dt="2024-05-24T13:56:53.692" v="941" actId="1076"/>
          <ac:spMkLst>
            <pc:docMk/>
            <pc:sldMk cId="1957739885" sldId="258"/>
            <ac:spMk id="14" creationId="{EA731863-9449-D68C-9572-17BABE6BC74B}"/>
          </ac:spMkLst>
        </pc:spChg>
        <pc:spChg chg="mod">
          <ac:chgData name="Grégory BEURIER" userId="3a03d89c-d063-4c23-8ae8-5350b02d6cdd" providerId="ADAL" clId="{F3C62FAD-FD36-44B6-B40F-AB92486CB61D}" dt="2024-05-24T13:56:53.692" v="941" actId="1076"/>
          <ac:spMkLst>
            <pc:docMk/>
            <pc:sldMk cId="1957739885" sldId="258"/>
            <ac:spMk id="15" creationId="{4F19D448-3613-29D5-731A-2BD585A20817}"/>
          </ac:spMkLst>
        </pc:spChg>
        <pc:spChg chg="mod">
          <ac:chgData name="Grégory BEURIER" userId="3a03d89c-d063-4c23-8ae8-5350b02d6cdd" providerId="ADAL" clId="{F3C62FAD-FD36-44B6-B40F-AB92486CB61D}" dt="2024-05-24T13:56:53.692" v="941" actId="1076"/>
          <ac:spMkLst>
            <pc:docMk/>
            <pc:sldMk cId="1957739885" sldId="258"/>
            <ac:spMk id="40" creationId="{A539FB2E-482B-09B2-99B6-3CD8A2E2072A}"/>
          </ac:spMkLst>
        </pc:spChg>
        <pc:cxnChg chg="mod">
          <ac:chgData name="Grégory BEURIER" userId="3a03d89c-d063-4c23-8ae8-5350b02d6cdd" providerId="ADAL" clId="{F3C62FAD-FD36-44B6-B40F-AB92486CB61D}" dt="2024-05-24T13:56:53.692" v="941" actId="1076"/>
          <ac:cxnSpMkLst>
            <pc:docMk/>
            <pc:sldMk cId="1957739885" sldId="258"/>
            <ac:cxnSpMk id="17" creationId="{E7D34146-DFCD-774C-3D8C-1A19E81510D5}"/>
          </ac:cxnSpMkLst>
        </pc:cxnChg>
        <pc:cxnChg chg="mod">
          <ac:chgData name="Grégory BEURIER" userId="3a03d89c-d063-4c23-8ae8-5350b02d6cdd" providerId="ADAL" clId="{F3C62FAD-FD36-44B6-B40F-AB92486CB61D}" dt="2024-05-24T13:56:53.692" v="941" actId="1076"/>
          <ac:cxnSpMkLst>
            <pc:docMk/>
            <pc:sldMk cId="1957739885" sldId="258"/>
            <ac:cxnSpMk id="18" creationId="{B256B536-DE46-2D99-D6C8-4F5076745646}"/>
          </ac:cxnSpMkLst>
        </pc:cxnChg>
        <pc:cxnChg chg="mod">
          <ac:chgData name="Grégory BEURIER" userId="3a03d89c-d063-4c23-8ae8-5350b02d6cdd" providerId="ADAL" clId="{F3C62FAD-FD36-44B6-B40F-AB92486CB61D}" dt="2024-05-24T13:56:53.692" v="941" actId="1076"/>
          <ac:cxnSpMkLst>
            <pc:docMk/>
            <pc:sldMk cId="1957739885" sldId="258"/>
            <ac:cxnSpMk id="21" creationId="{8736DFE5-B148-5E10-5EBA-13F9948E36E5}"/>
          </ac:cxnSpMkLst>
        </pc:cxnChg>
        <pc:cxnChg chg="mod">
          <ac:chgData name="Grégory BEURIER" userId="3a03d89c-d063-4c23-8ae8-5350b02d6cdd" providerId="ADAL" clId="{F3C62FAD-FD36-44B6-B40F-AB92486CB61D}" dt="2024-05-24T13:56:53.692" v="941" actId="1076"/>
          <ac:cxnSpMkLst>
            <pc:docMk/>
            <pc:sldMk cId="1957739885" sldId="258"/>
            <ac:cxnSpMk id="25" creationId="{0CEC9E0B-C407-2545-AE39-3ED4D10A709E}"/>
          </ac:cxnSpMkLst>
        </pc:cxnChg>
        <pc:cxnChg chg="mod">
          <ac:chgData name="Grégory BEURIER" userId="3a03d89c-d063-4c23-8ae8-5350b02d6cdd" providerId="ADAL" clId="{F3C62FAD-FD36-44B6-B40F-AB92486CB61D}" dt="2024-05-24T13:56:53.692" v="941" actId="1076"/>
          <ac:cxnSpMkLst>
            <pc:docMk/>
            <pc:sldMk cId="1957739885" sldId="258"/>
            <ac:cxnSpMk id="29" creationId="{7963A02B-F20C-03DF-CF4F-0275ABD9389C}"/>
          </ac:cxnSpMkLst>
        </pc:cxnChg>
        <pc:cxnChg chg="mod">
          <ac:chgData name="Grégory BEURIER" userId="3a03d89c-d063-4c23-8ae8-5350b02d6cdd" providerId="ADAL" clId="{F3C62FAD-FD36-44B6-B40F-AB92486CB61D}" dt="2024-05-24T13:56:53.692" v="941" actId="1076"/>
          <ac:cxnSpMkLst>
            <pc:docMk/>
            <pc:sldMk cId="1957739885" sldId="258"/>
            <ac:cxnSpMk id="33" creationId="{77798E68-5FC3-56BE-B0FF-D2B7ADE92FB2}"/>
          </ac:cxnSpMkLst>
        </pc:cxnChg>
        <pc:cxnChg chg="mod">
          <ac:chgData name="Grégory BEURIER" userId="3a03d89c-d063-4c23-8ae8-5350b02d6cdd" providerId="ADAL" clId="{F3C62FAD-FD36-44B6-B40F-AB92486CB61D}" dt="2024-05-24T13:56:53.692" v="941" actId="1076"/>
          <ac:cxnSpMkLst>
            <pc:docMk/>
            <pc:sldMk cId="1957739885" sldId="258"/>
            <ac:cxnSpMk id="36" creationId="{3F12CFAD-DD1C-DF39-6C27-6559184FA60B}"/>
          </ac:cxnSpMkLst>
        </pc:cxnChg>
        <pc:cxnChg chg="mod">
          <ac:chgData name="Grégory BEURIER" userId="3a03d89c-d063-4c23-8ae8-5350b02d6cdd" providerId="ADAL" clId="{F3C62FAD-FD36-44B6-B40F-AB92486CB61D}" dt="2024-05-24T13:56:53.692" v="941" actId="1076"/>
          <ac:cxnSpMkLst>
            <pc:docMk/>
            <pc:sldMk cId="1957739885" sldId="258"/>
            <ac:cxnSpMk id="44" creationId="{69DD50E5-DBF4-96BD-765D-250A9FEF22E5}"/>
          </ac:cxnSpMkLst>
        </pc:cxnChg>
        <pc:cxnChg chg="mod">
          <ac:chgData name="Grégory BEURIER" userId="3a03d89c-d063-4c23-8ae8-5350b02d6cdd" providerId="ADAL" clId="{F3C62FAD-FD36-44B6-B40F-AB92486CB61D}" dt="2024-05-24T13:56:53.692" v="941" actId="1076"/>
          <ac:cxnSpMkLst>
            <pc:docMk/>
            <pc:sldMk cId="1957739885" sldId="258"/>
            <ac:cxnSpMk id="48" creationId="{F9D162C3-76CE-F13D-72EC-66CEA8FE3276}"/>
          </ac:cxnSpMkLst>
        </pc:cxnChg>
      </pc:sldChg>
      <pc:sldChg chg="addSp delSp modSp new mod ord">
        <pc:chgData name="Grégory BEURIER" userId="3a03d89c-d063-4c23-8ae8-5350b02d6cdd" providerId="ADAL" clId="{F3C62FAD-FD36-44B6-B40F-AB92486CB61D}" dt="2024-05-24T13:56:56.226" v="943"/>
        <pc:sldMkLst>
          <pc:docMk/>
          <pc:sldMk cId="3697555197" sldId="259"/>
        </pc:sldMkLst>
        <pc:spChg chg="add del">
          <ac:chgData name="Grégory BEURIER" userId="3a03d89c-d063-4c23-8ae8-5350b02d6cdd" providerId="ADAL" clId="{F3C62FAD-FD36-44B6-B40F-AB92486CB61D}" dt="2024-05-24T09:16:10.512" v="54" actId="478"/>
          <ac:spMkLst>
            <pc:docMk/>
            <pc:sldMk cId="3697555197" sldId="259"/>
            <ac:spMk id="2" creationId="{18BB947E-3F53-A3E3-5249-F714D5F3A126}"/>
          </ac:spMkLst>
        </pc:spChg>
        <pc:spChg chg="add del">
          <ac:chgData name="Grégory BEURIER" userId="3a03d89c-d063-4c23-8ae8-5350b02d6cdd" providerId="ADAL" clId="{F3C62FAD-FD36-44B6-B40F-AB92486CB61D}" dt="2024-05-24T09:16:10.512" v="54" actId="478"/>
          <ac:spMkLst>
            <pc:docMk/>
            <pc:sldMk cId="3697555197" sldId="259"/>
            <ac:spMk id="3" creationId="{6FAEE971-410E-C571-9CA0-F4DB31337CB0}"/>
          </ac:spMkLst>
        </pc:spChg>
        <pc:spChg chg="add del mod">
          <ac:chgData name="Grégory BEURIER" userId="3a03d89c-d063-4c23-8ae8-5350b02d6cdd" providerId="ADAL" clId="{F3C62FAD-FD36-44B6-B40F-AB92486CB61D}" dt="2024-05-24T09:14:34.955" v="49" actId="11529"/>
          <ac:spMkLst>
            <pc:docMk/>
            <pc:sldMk cId="3697555197" sldId="259"/>
            <ac:spMk id="4" creationId="{474D5AB0-1EA0-6D5C-41F4-58D029B7DA41}"/>
          </ac:spMkLst>
        </pc:spChg>
        <pc:spChg chg="add mod">
          <ac:chgData name="Grégory BEURIER" userId="3a03d89c-d063-4c23-8ae8-5350b02d6cdd" providerId="ADAL" clId="{F3C62FAD-FD36-44B6-B40F-AB92486CB61D}" dt="2024-05-24T09:14:33.153" v="45" actId="1076"/>
          <ac:spMkLst>
            <pc:docMk/>
            <pc:sldMk cId="3697555197" sldId="259"/>
            <ac:spMk id="5" creationId="{B21F8742-1095-54CF-1F1E-798FBAC4593F}"/>
          </ac:spMkLst>
        </pc:spChg>
        <pc:spChg chg="add mod">
          <ac:chgData name="Grégory BEURIER" userId="3a03d89c-d063-4c23-8ae8-5350b02d6cdd" providerId="ADAL" clId="{F3C62FAD-FD36-44B6-B40F-AB92486CB61D}" dt="2024-05-24T09:14:32.994" v="44" actId="571"/>
          <ac:spMkLst>
            <pc:docMk/>
            <pc:sldMk cId="3697555197" sldId="259"/>
            <ac:spMk id="6" creationId="{4339605A-AB52-09E3-4608-9043E100A29B}"/>
          </ac:spMkLst>
        </pc:spChg>
        <pc:spChg chg="add mod">
          <ac:chgData name="Grégory BEURIER" userId="3a03d89c-d063-4c23-8ae8-5350b02d6cdd" providerId="ADAL" clId="{F3C62FAD-FD36-44B6-B40F-AB92486CB61D}" dt="2024-05-24T09:14:32.780" v="43" actId="571"/>
          <ac:spMkLst>
            <pc:docMk/>
            <pc:sldMk cId="3697555197" sldId="259"/>
            <ac:spMk id="7" creationId="{55B51FD8-9C11-AE9B-75A9-20B9D4045754}"/>
          </ac:spMkLst>
        </pc:spChg>
        <pc:spChg chg="add mod">
          <ac:chgData name="Grégory BEURIER" userId="3a03d89c-d063-4c23-8ae8-5350b02d6cdd" providerId="ADAL" clId="{F3C62FAD-FD36-44B6-B40F-AB92486CB61D}" dt="2024-05-24T12:55:31.221" v="86" actId="1076"/>
          <ac:spMkLst>
            <pc:docMk/>
            <pc:sldMk cId="3697555197" sldId="259"/>
            <ac:spMk id="18" creationId="{057B72C7-9D41-1C62-F21F-AA8F1F65F1F1}"/>
          </ac:spMkLst>
        </pc:spChg>
        <pc:spChg chg="add mod">
          <ac:chgData name="Grégory BEURIER" userId="3a03d89c-d063-4c23-8ae8-5350b02d6cdd" providerId="ADAL" clId="{F3C62FAD-FD36-44B6-B40F-AB92486CB61D}" dt="2024-05-24T13:50:27.199" v="915" actId="113"/>
          <ac:spMkLst>
            <pc:docMk/>
            <pc:sldMk cId="3697555197" sldId="259"/>
            <ac:spMk id="26" creationId="{1FC867B5-4E39-FB9D-757E-A5824F268C32}"/>
          </ac:spMkLst>
        </pc:spChg>
        <pc:spChg chg="add mod">
          <ac:chgData name="Grégory BEURIER" userId="3a03d89c-d063-4c23-8ae8-5350b02d6cdd" providerId="ADAL" clId="{F3C62FAD-FD36-44B6-B40F-AB92486CB61D}" dt="2024-05-24T13:50:27.199" v="915" actId="113"/>
          <ac:spMkLst>
            <pc:docMk/>
            <pc:sldMk cId="3697555197" sldId="259"/>
            <ac:spMk id="27" creationId="{21E4B899-1D4E-5D74-B19A-0239E594F40C}"/>
          </ac:spMkLst>
        </pc:spChg>
        <pc:spChg chg="add mod">
          <ac:chgData name="Grégory BEURIER" userId="3a03d89c-d063-4c23-8ae8-5350b02d6cdd" providerId="ADAL" clId="{F3C62FAD-FD36-44B6-B40F-AB92486CB61D}" dt="2024-05-24T13:50:27.199" v="915" actId="113"/>
          <ac:spMkLst>
            <pc:docMk/>
            <pc:sldMk cId="3697555197" sldId="259"/>
            <ac:spMk id="28" creationId="{268E9375-C2AD-1A10-0202-6499E6339000}"/>
          </ac:spMkLst>
        </pc:spChg>
        <pc:spChg chg="add mod">
          <ac:chgData name="Grégory BEURIER" userId="3a03d89c-d063-4c23-8ae8-5350b02d6cdd" providerId="ADAL" clId="{F3C62FAD-FD36-44B6-B40F-AB92486CB61D}" dt="2024-05-24T13:50:27.199" v="915" actId="113"/>
          <ac:spMkLst>
            <pc:docMk/>
            <pc:sldMk cId="3697555197" sldId="259"/>
            <ac:spMk id="29" creationId="{F9A51405-F674-8C7E-2339-A9A38F7DCFEA}"/>
          </ac:spMkLst>
        </pc:spChg>
        <pc:spChg chg="add mod">
          <ac:chgData name="Grégory BEURIER" userId="3a03d89c-d063-4c23-8ae8-5350b02d6cdd" providerId="ADAL" clId="{F3C62FAD-FD36-44B6-B40F-AB92486CB61D}" dt="2024-05-24T13:50:27.199" v="915" actId="113"/>
          <ac:spMkLst>
            <pc:docMk/>
            <pc:sldMk cId="3697555197" sldId="259"/>
            <ac:spMk id="30" creationId="{88BFC2B1-3069-513A-10EB-AA788D0F0A31}"/>
          </ac:spMkLst>
        </pc:spChg>
        <pc:spChg chg="add mod">
          <ac:chgData name="Grégory BEURIER" userId="3a03d89c-d063-4c23-8ae8-5350b02d6cdd" providerId="ADAL" clId="{F3C62FAD-FD36-44B6-B40F-AB92486CB61D}" dt="2024-05-24T13:50:27.199" v="915" actId="113"/>
          <ac:spMkLst>
            <pc:docMk/>
            <pc:sldMk cId="3697555197" sldId="259"/>
            <ac:spMk id="31" creationId="{412F5752-1EB8-8593-1439-7BFDA303EA53}"/>
          </ac:spMkLst>
        </pc:spChg>
        <pc:spChg chg="add mod">
          <ac:chgData name="Grégory BEURIER" userId="3a03d89c-d063-4c23-8ae8-5350b02d6cdd" providerId="ADAL" clId="{F3C62FAD-FD36-44B6-B40F-AB92486CB61D}" dt="2024-05-24T12:57:36.416" v="175" actId="1076"/>
          <ac:spMkLst>
            <pc:docMk/>
            <pc:sldMk cId="3697555197" sldId="259"/>
            <ac:spMk id="32" creationId="{5B0B1E94-3BAC-C394-C2F5-657ABCF45BC7}"/>
          </ac:spMkLst>
        </pc:spChg>
        <pc:spChg chg="add mod">
          <ac:chgData name="Grégory BEURIER" userId="3a03d89c-d063-4c23-8ae8-5350b02d6cdd" providerId="ADAL" clId="{F3C62FAD-FD36-44B6-B40F-AB92486CB61D}" dt="2024-05-24T12:57:36.416" v="175" actId="1076"/>
          <ac:spMkLst>
            <pc:docMk/>
            <pc:sldMk cId="3697555197" sldId="259"/>
            <ac:spMk id="33" creationId="{3FD41E36-6A48-D41D-9E42-C10CC4DACF63}"/>
          </ac:spMkLst>
        </pc:spChg>
        <pc:spChg chg="add mod">
          <ac:chgData name="Grégory BEURIER" userId="3a03d89c-d063-4c23-8ae8-5350b02d6cdd" providerId="ADAL" clId="{F3C62FAD-FD36-44B6-B40F-AB92486CB61D}" dt="2024-05-24T12:57:36.416" v="175" actId="1076"/>
          <ac:spMkLst>
            <pc:docMk/>
            <pc:sldMk cId="3697555197" sldId="259"/>
            <ac:spMk id="34" creationId="{83E4A6E8-5249-2B8C-D34F-65FDAF0E5D7A}"/>
          </ac:spMkLst>
        </pc:spChg>
        <pc:spChg chg="add mod">
          <ac:chgData name="Grégory BEURIER" userId="3a03d89c-d063-4c23-8ae8-5350b02d6cdd" providerId="ADAL" clId="{F3C62FAD-FD36-44B6-B40F-AB92486CB61D}" dt="2024-05-24T12:57:36.416" v="175" actId="1076"/>
          <ac:spMkLst>
            <pc:docMk/>
            <pc:sldMk cId="3697555197" sldId="259"/>
            <ac:spMk id="35" creationId="{32BEC328-7901-90C6-9C0C-565D5370507B}"/>
          </ac:spMkLst>
        </pc:spChg>
        <pc:spChg chg="add mod">
          <ac:chgData name="Grégory BEURIER" userId="3a03d89c-d063-4c23-8ae8-5350b02d6cdd" providerId="ADAL" clId="{F3C62FAD-FD36-44B6-B40F-AB92486CB61D}" dt="2024-05-24T12:57:36.416" v="175" actId="1076"/>
          <ac:spMkLst>
            <pc:docMk/>
            <pc:sldMk cId="3697555197" sldId="259"/>
            <ac:spMk id="36" creationId="{B6BA8404-879D-E0DF-A878-7F4B637F7272}"/>
          </ac:spMkLst>
        </pc:spChg>
        <pc:spChg chg="add mod">
          <ac:chgData name="Grégory BEURIER" userId="3a03d89c-d063-4c23-8ae8-5350b02d6cdd" providerId="ADAL" clId="{F3C62FAD-FD36-44B6-B40F-AB92486CB61D}" dt="2024-05-24T12:57:36.416" v="175" actId="1076"/>
          <ac:spMkLst>
            <pc:docMk/>
            <pc:sldMk cId="3697555197" sldId="259"/>
            <ac:spMk id="37" creationId="{EDFF7634-225A-6E01-0BC2-948B080C5769}"/>
          </ac:spMkLst>
        </pc:spChg>
        <pc:spChg chg="add mod">
          <ac:chgData name="Grégory BEURIER" userId="3a03d89c-d063-4c23-8ae8-5350b02d6cdd" providerId="ADAL" clId="{F3C62FAD-FD36-44B6-B40F-AB92486CB61D}" dt="2024-05-24T13:49:40.749" v="914" actId="20577"/>
          <ac:spMkLst>
            <pc:docMk/>
            <pc:sldMk cId="3697555197" sldId="259"/>
            <ac:spMk id="43" creationId="{6026B12A-4F57-0F77-9235-A0E36B565B84}"/>
          </ac:spMkLst>
        </pc:spChg>
        <pc:spChg chg="add mod">
          <ac:chgData name="Grégory BEURIER" userId="3a03d89c-d063-4c23-8ae8-5350b02d6cdd" providerId="ADAL" clId="{F3C62FAD-FD36-44B6-B40F-AB92486CB61D}" dt="2024-05-24T12:58:50.923" v="206" actId="571"/>
          <ac:spMkLst>
            <pc:docMk/>
            <pc:sldMk cId="3697555197" sldId="259"/>
            <ac:spMk id="44" creationId="{18235EF1-5D02-CF16-FDC0-A58214989AB0}"/>
          </ac:spMkLst>
        </pc:spChg>
        <pc:spChg chg="add mod">
          <ac:chgData name="Grégory BEURIER" userId="3a03d89c-d063-4c23-8ae8-5350b02d6cdd" providerId="ADAL" clId="{F3C62FAD-FD36-44B6-B40F-AB92486CB61D}" dt="2024-05-24T12:59:00.846" v="211" actId="1076"/>
          <ac:spMkLst>
            <pc:docMk/>
            <pc:sldMk cId="3697555197" sldId="259"/>
            <ac:spMk id="45" creationId="{E4F2A958-2001-ED16-BF59-901BFED78CA6}"/>
          </ac:spMkLst>
        </pc:spChg>
        <pc:spChg chg="add mod">
          <ac:chgData name="Grégory BEURIER" userId="3a03d89c-d063-4c23-8ae8-5350b02d6cdd" providerId="ADAL" clId="{F3C62FAD-FD36-44B6-B40F-AB92486CB61D}" dt="2024-05-24T12:59:02.966" v="212" actId="571"/>
          <ac:spMkLst>
            <pc:docMk/>
            <pc:sldMk cId="3697555197" sldId="259"/>
            <ac:spMk id="46" creationId="{D47CF159-4A32-A34C-9BD8-CF1DD64C347A}"/>
          </ac:spMkLst>
        </pc:spChg>
        <pc:spChg chg="add mod">
          <ac:chgData name="Grégory BEURIER" userId="3a03d89c-d063-4c23-8ae8-5350b02d6cdd" providerId="ADAL" clId="{F3C62FAD-FD36-44B6-B40F-AB92486CB61D}" dt="2024-05-24T12:59:05.089" v="213" actId="571"/>
          <ac:spMkLst>
            <pc:docMk/>
            <pc:sldMk cId="3697555197" sldId="259"/>
            <ac:spMk id="47" creationId="{F9EA1979-63A0-18E9-8AE0-5C91E2F150A2}"/>
          </ac:spMkLst>
        </pc:spChg>
        <pc:spChg chg="add mod">
          <ac:chgData name="Grégory BEURIER" userId="3a03d89c-d063-4c23-8ae8-5350b02d6cdd" providerId="ADAL" clId="{F3C62FAD-FD36-44B6-B40F-AB92486CB61D}" dt="2024-05-24T12:59:11.300" v="214" actId="571"/>
          <ac:spMkLst>
            <pc:docMk/>
            <pc:sldMk cId="3697555197" sldId="259"/>
            <ac:spMk id="48" creationId="{A4F5904C-B4F5-7F26-3B0C-20308319E6BA}"/>
          </ac:spMkLst>
        </pc:spChg>
        <pc:spChg chg="add mod">
          <ac:chgData name="Grégory BEURIER" userId="3a03d89c-d063-4c23-8ae8-5350b02d6cdd" providerId="ADAL" clId="{F3C62FAD-FD36-44B6-B40F-AB92486CB61D}" dt="2024-05-24T12:59:15.798" v="215" actId="571"/>
          <ac:spMkLst>
            <pc:docMk/>
            <pc:sldMk cId="3697555197" sldId="259"/>
            <ac:spMk id="49" creationId="{DEFDAB4B-05B2-0D82-F81E-A109FEADA1EA}"/>
          </ac:spMkLst>
        </pc:spChg>
        <pc:spChg chg="add mod">
          <ac:chgData name="Grégory BEURIER" userId="3a03d89c-d063-4c23-8ae8-5350b02d6cdd" providerId="ADAL" clId="{F3C62FAD-FD36-44B6-B40F-AB92486CB61D}" dt="2024-05-24T12:59:18.135" v="216" actId="571"/>
          <ac:spMkLst>
            <pc:docMk/>
            <pc:sldMk cId="3697555197" sldId="259"/>
            <ac:spMk id="50" creationId="{EF1377FB-AEC4-E333-D3FE-68D0656D7115}"/>
          </ac:spMkLst>
        </pc:spChg>
        <pc:spChg chg="add mod">
          <ac:chgData name="Grégory BEURIER" userId="3a03d89c-d063-4c23-8ae8-5350b02d6cdd" providerId="ADAL" clId="{F3C62FAD-FD36-44B6-B40F-AB92486CB61D}" dt="2024-05-24T12:59:22.523" v="217" actId="571"/>
          <ac:spMkLst>
            <pc:docMk/>
            <pc:sldMk cId="3697555197" sldId="259"/>
            <ac:spMk id="51" creationId="{60BD20FE-9F81-8DE6-0636-60696B31ADF1}"/>
          </ac:spMkLst>
        </pc:spChg>
        <pc:spChg chg="add mod">
          <ac:chgData name="Grégory BEURIER" userId="3a03d89c-d063-4c23-8ae8-5350b02d6cdd" providerId="ADAL" clId="{F3C62FAD-FD36-44B6-B40F-AB92486CB61D}" dt="2024-05-24T12:59:22.523" v="217" actId="571"/>
          <ac:spMkLst>
            <pc:docMk/>
            <pc:sldMk cId="3697555197" sldId="259"/>
            <ac:spMk id="52" creationId="{E1C57B0E-20ED-5335-C730-538F12AE038E}"/>
          </ac:spMkLst>
        </pc:spChg>
        <pc:grpChg chg="add mod">
          <ac:chgData name="Grégory BEURIER" userId="3a03d89c-d063-4c23-8ae8-5350b02d6cdd" providerId="ADAL" clId="{F3C62FAD-FD36-44B6-B40F-AB92486CB61D}" dt="2024-05-24T13:41:52.583" v="900" actId="1076"/>
          <ac:grpSpMkLst>
            <pc:docMk/>
            <pc:sldMk cId="3697555197" sldId="259"/>
            <ac:grpSpMk id="25" creationId="{71FAD1C1-2603-108B-B9C5-788A13A57230}"/>
          </ac:grpSpMkLst>
        </pc:grpChg>
        <pc:cxnChg chg="add del">
          <ac:chgData name="Grégory BEURIER" userId="3a03d89c-d063-4c23-8ae8-5350b02d6cdd" providerId="ADAL" clId="{F3C62FAD-FD36-44B6-B40F-AB92486CB61D}" dt="2024-05-24T09:16:08.080" v="51" actId="11529"/>
          <ac:cxnSpMkLst>
            <pc:docMk/>
            <pc:sldMk cId="3697555197" sldId="259"/>
            <ac:cxnSpMk id="9" creationId="{1A3DCFC6-8161-94E5-09A9-EF4A482DC0AE}"/>
          </ac:cxnSpMkLst>
        </pc:cxnChg>
        <pc:cxnChg chg="add mod">
          <ac:chgData name="Grégory BEURIER" userId="3a03d89c-d063-4c23-8ae8-5350b02d6cdd" providerId="ADAL" clId="{F3C62FAD-FD36-44B6-B40F-AB92486CB61D}" dt="2024-05-24T12:55:11.751" v="80" actId="164"/>
          <ac:cxnSpMkLst>
            <pc:docMk/>
            <pc:sldMk cId="3697555197" sldId="259"/>
            <ac:cxnSpMk id="11" creationId="{A21D655B-4D77-4D99-83D7-F35218CB0512}"/>
          </ac:cxnSpMkLst>
        </pc:cxnChg>
        <pc:cxnChg chg="add mod">
          <ac:chgData name="Grégory BEURIER" userId="3a03d89c-d063-4c23-8ae8-5350b02d6cdd" providerId="ADAL" clId="{F3C62FAD-FD36-44B6-B40F-AB92486CB61D}" dt="2024-05-24T12:55:11.751" v="80" actId="164"/>
          <ac:cxnSpMkLst>
            <pc:docMk/>
            <pc:sldMk cId="3697555197" sldId="259"/>
            <ac:cxnSpMk id="12" creationId="{F853D2D4-7186-2541-A14C-C6A55804A800}"/>
          </ac:cxnSpMkLst>
        </pc:cxnChg>
        <pc:cxnChg chg="add mod">
          <ac:chgData name="Grégory BEURIER" userId="3a03d89c-d063-4c23-8ae8-5350b02d6cdd" providerId="ADAL" clId="{F3C62FAD-FD36-44B6-B40F-AB92486CB61D}" dt="2024-05-24T12:55:11.751" v="80" actId="164"/>
          <ac:cxnSpMkLst>
            <pc:docMk/>
            <pc:sldMk cId="3697555197" sldId="259"/>
            <ac:cxnSpMk id="13" creationId="{5EE27DFD-8AF7-EBA1-329F-F36A8B23E4F4}"/>
          </ac:cxnSpMkLst>
        </pc:cxnChg>
        <pc:cxnChg chg="add mod">
          <ac:chgData name="Grégory BEURIER" userId="3a03d89c-d063-4c23-8ae8-5350b02d6cdd" providerId="ADAL" clId="{F3C62FAD-FD36-44B6-B40F-AB92486CB61D}" dt="2024-05-24T12:55:11.751" v="80" actId="164"/>
          <ac:cxnSpMkLst>
            <pc:docMk/>
            <pc:sldMk cId="3697555197" sldId="259"/>
            <ac:cxnSpMk id="14" creationId="{75BBFFBC-CD8C-4CC7-7545-5B213B86B33B}"/>
          </ac:cxnSpMkLst>
        </pc:cxnChg>
        <pc:cxnChg chg="add mod">
          <ac:chgData name="Grégory BEURIER" userId="3a03d89c-d063-4c23-8ae8-5350b02d6cdd" providerId="ADAL" clId="{F3C62FAD-FD36-44B6-B40F-AB92486CB61D}" dt="2024-05-24T12:55:11.751" v="80" actId="164"/>
          <ac:cxnSpMkLst>
            <pc:docMk/>
            <pc:sldMk cId="3697555197" sldId="259"/>
            <ac:cxnSpMk id="15" creationId="{7DFDEFFC-F9F3-7D28-BFBA-B24A4FF4C07F}"/>
          </ac:cxnSpMkLst>
        </pc:cxnChg>
        <pc:cxnChg chg="add mod">
          <ac:chgData name="Grégory BEURIER" userId="3a03d89c-d063-4c23-8ae8-5350b02d6cdd" providerId="ADAL" clId="{F3C62FAD-FD36-44B6-B40F-AB92486CB61D}" dt="2024-05-24T13:41:58.564" v="901" actId="1582"/>
          <ac:cxnSpMkLst>
            <pc:docMk/>
            <pc:sldMk cId="3697555197" sldId="259"/>
            <ac:cxnSpMk id="17" creationId="{E05D60ED-EA85-95C7-FECF-559D429B03D4}"/>
          </ac:cxnSpMkLst>
        </pc:cxnChg>
        <pc:cxnChg chg="add mod">
          <ac:chgData name="Grégory BEURIER" userId="3a03d89c-d063-4c23-8ae8-5350b02d6cdd" providerId="ADAL" clId="{F3C62FAD-FD36-44B6-B40F-AB92486CB61D}" dt="2024-05-24T12:57:47.458" v="177" actId="13822"/>
          <ac:cxnSpMkLst>
            <pc:docMk/>
            <pc:sldMk cId="3697555197" sldId="259"/>
            <ac:cxnSpMk id="39" creationId="{7C843005-01E3-E066-42B2-C2A807C9D1FC}"/>
          </ac:cxnSpMkLst>
        </pc:cxnChg>
        <pc:cxnChg chg="add mod">
          <ac:chgData name="Grégory BEURIER" userId="3a03d89c-d063-4c23-8ae8-5350b02d6cdd" providerId="ADAL" clId="{F3C62FAD-FD36-44B6-B40F-AB92486CB61D}" dt="2024-05-24T13:50:38.770" v="916" actId="14100"/>
          <ac:cxnSpMkLst>
            <pc:docMk/>
            <pc:sldMk cId="3697555197" sldId="259"/>
            <ac:cxnSpMk id="40" creationId="{8F68CDF2-06B9-51F9-2CDD-5F623AD0ADA4}"/>
          </ac:cxnSpMkLst>
        </pc:cxnChg>
      </pc:sldChg>
      <pc:sldChg chg="addSp delSp modSp new mod ord">
        <pc:chgData name="Grégory BEURIER" userId="3a03d89c-d063-4c23-8ae8-5350b02d6cdd" providerId="ADAL" clId="{F3C62FAD-FD36-44B6-B40F-AB92486CB61D}" dt="2024-05-24T13:56:57.402" v="945"/>
        <pc:sldMkLst>
          <pc:docMk/>
          <pc:sldMk cId="4212683102" sldId="260"/>
        </pc:sldMkLst>
        <pc:spChg chg="del">
          <ac:chgData name="Grégory BEURIER" userId="3a03d89c-d063-4c23-8ae8-5350b02d6cdd" providerId="ADAL" clId="{F3C62FAD-FD36-44B6-B40F-AB92486CB61D}" dt="2024-05-24T13:51:08.332" v="921" actId="478"/>
          <ac:spMkLst>
            <pc:docMk/>
            <pc:sldMk cId="4212683102" sldId="260"/>
            <ac:spMk id="2" creationId="{5D8B9972-A401-E4F1-869B-0926428F1FF6}"/>
          </ac:spMkLst>
        </pc:spChg>
        <pc:spChg chg="del mod">
          <ac:chgData name="Grégory BEURIER" userId="3a03d89c-d063-4c23-8ae8-5350b02d6cdd" providerId="ADAL" clId="{F3C62FAD-FD36-44B6-B40F-AB92486CB61D}" dt="2024-05-24T13:51:08.332" v="921" actId="478"/>
          <ac:spMkLst>
            <pc:docMk/>
            <pc:sldMk cId="4212683102" sldId="260"/>
            <ac:spMk id="3" creationId="{C30C45AA-3F00-A6BA-9EED-14C1279F89C8}"/>
          </ac:spMkLst>
        </pc:spChg>
        <pc:spChg chg="add mod">
          <ac:chgData name="Grégory BEURIER" userId="3a03d89c-d063-4c23-8ae8-5350b02d6cdd" providerId="ADAL" clId="{F3C62FAD-FD36-44B6-B40F-AB92486CB61D}" dt="2024-05-24T13:51:44.840" v="931"/>
          <ac:spMkLst>
            <pc:docMk/>
            <pc:sldMk cId="4212683102" sldId="260"/>
            <ac:spMk id="5" creationId="{87068125-DF9A-9F4F-0119-5CCF81F57762}"/>
          </ac:spMkLst>
        </pc:spChg>
        <pc:spChg chg="add del mod">
          <ac:chgData name="Grégory BEURIER" userId="3a03d89c-d063-4c23-8ae8-5350b02d6cdd" providerId="ADAL" clId="{F3C62FAD-FD36-44B6-B40F-AB92486CB61D}" dt="2024-05-24T13:51:44.374" v="930" actId="22"/>
          <ac:spMkLst>
            <pc:docMk/>
            <pc:sldMk cId="4212683102" sldId="260"/>
            <ac:spMk id="7" creationId="{C9D5923F-82EC-F395-8B3C-DE41C9316317}"/>
          </ac:spMkLst>
        </pc:spChg>
        <pc:spChg chg="add mod">
          <ac:chgData name="Grégory BEURIER" userId="3a03d89c-d063-4c23-8ae8-5350b02d6cdd" providerId="ADAL" clId="{F3C62FAD-FD36-44B6-B40F-AB92486CB61D}" dt="2024-05-24T13:56:31.357" v="940" actId="14100"/>
          <ac:spMkLst>
            <pc:docMk/>
            <pc:sldMk cId="4212683102" sldId="260"/>
            <ac:spMk id="9" creationId="{185F41B0-E670-CFAF-9CA7-141C917F5125}"/>
          </ac:spMkLst>
        </pc:spChg>
      </pc:sldChg>
      <pc:sldMasterChg chg="modSp modSldLayout">
        <pc:chgData name="Grégory BEURIER" userId="3a03d89c-d063-4c23-8ae8-5350b02d6cdd" providerId="ADAL" clId="{F3C62FAD-FD36-44B6-B40F-AB92486CB61D}" dt="2024-05-24T09:16:08.345" v="52"/>
        <pc:sldMasterMkLst>
          <pc:docMk/>
          <pc:sldMasterMk cId="4205205815" sldId="2147483648"/>
        </pc:sldMasterMkLst>
        <pc:spChg chg="mod">
          <ac:chgData name="Grégory BEURIER" userId="3a03d89c-d063-4c23-8ae8-5350b02d6cdd" providerId="ADAL" clId="{F3C62FAD-FD36-44B6-B40F-AB92486CB61D}" dt="2024-05-24T09:16:08.345" v="52"/>
          <ac:spMkLst>
            <pc:docMk/>
            <pc:sldMasterMk cId="4205205815" sldId="2147483648"/>
            <ac:spMk id="2" creationId="{7DE1E514-C585-9C63-D164-821E87EB9FC6}"/>
          </ac:spMkLst>
        </pc:spChg>
        <pc:spChg chg="mod">
          <ac:chgData name="Grégory BEURIER" userId="3a03d89c-d063-4c23-8ae8-5350b02d6cdd" providerId="ADAL" clId="{F3C62FAD-FD36-44B6-B40F-AB92486CB61D}" dt="2024-05-24T09:16:08.345" v="52"/>
          <ac:spMkLst>
            <pc:docMk/>
            <pc:sldMasterMk cId="4205205815" sldId="2147483648"/>
            <ac:spMk id="3" creationId="{CD4DCEB6-B55A-DB7F-65B1-C01FC7C2022E}"/>
          </ac:spMkLst>
        </pc:spChg>
        <pc:spChg chg="mod">
          <ac:chgData name="Grégory BEURIER" userId="3a03d89c-d063-4c23-8ae8-5350b02d6cdd" providerId="ADAL" clId="{F3C62FAD-FD36-44B6-B40F-AB92486CB61D}" dt="2024-05-24T09:16:08.345" v="52"/>
          <ac:spMkLst>
            <pc:docMk/>
            <pc:sldMasterMk cId="4205205815" sldId="2147483648"/>
            <ac:spMk id="4" creationId="{ACC496FA-ADD7-F7CC-6F95-CA6828103128}"/>
          </ac:spMkLst>
        </pc:spChg>
        <pc:spChg chg="mod">
          <ac:chgData name="Grégory BEURIER" userId="3a03d89c-d063-4c23-8ae8-5350b02d6cdd" providerId="ADAL" clId="{F3C62FAD-FD36-44B6-B40F-AB92486CB61D}" dt="2024-05-24T09:16:08.345" v="52"/>
          <ac:spMkLst>
            <pc:docMk/>
            <pc:sldMasterMk cId="4205205815" sldId="2147483648"/>
            <ac:spMk id="5" creationId="{FDE5452C-D850-136B-A4A5-30AB6165C073}"/>
          </ac:spMkLst>
        </pc:spChg>
        <pc:spChg chg="mod">
          <ac:chgData name="Grégory BEURIER" userId="3a03d89c-d063-4c23-8ae8-5350b02d6cdd" providerId="ADAL" clId="{F3C62FAD-FD36-44B6-B40F-AB92486CB61D}" dt="2024-05-24T09:16:08.345" v="52"/>
          <ac:spMkLst>
            <pc:docMk/>
            <pc:sldMasterMk cId="4205205815" sldId="2147483648"/>
            <ac:spMk id="6" creationId="{9AE30995-4AD1-0335-99B4-9E37896213B0}"/>
          </ac:spMkLst>
        </pc:spChg>
        <pc:sldLayoutChg chg="modSp">
          <pc:chgData name="Grégory BEURIER" userId="3a03d89c-d063-4c23-8ae8-5350b02d6cdd" providerId="ADAL" clId="{F3C62FAD-FD36-44B6-B40F-AB92486CB61D}" dt="2024-05-24T09:16:08.345" v="52"/>
          <pc:sldLayoutMkLst>
            <pc:docMk/>
            <pc:sldMasterMk cId="4205205815" sldId="2147483648"/>
            <pc:sldLayoutMk cId="2223268580" sldId="2147483649"/>
          </pc:sldLayoutMkLst>
          <pc:spChg chg="mod">
            <ac:chgData name="Grégory BEURIER" userId="3a03d89c-d063-4c23-8ae8-5350b02d6cdd" providerId="ADAL" clId="{F3C62FAD-FD36-44B6-B40F-AB92486CB61D}" dt="2024-05-24T09:16:08.345" v="52"/>
            <ac:spMkLst>
              <pc:docMk/>
              <pc:sldMasterMk cId="4205205815" sldId="2147483648"/>
              <pc:sldLayoutMk cId="2223268580" sldId="2147483649"/>
              <ac:spMk id="2" creationId="{E8A27990-BD67-F574-1581-96E8D67DF427}"/>
            </ac:spMkLst>
          </pc:spChg>
          <pc:spChg chg="mod">
            <ac:chgData name="Grégory BEURIER" userId="3a03d89c-d063-4c23-8ae8-5350b02d6cdd" providerId="ADAL" clId="{F3C62FAD-FD36-44B6-B40F-AB92486CB61D}" dt="2024-05-24T09:16:08.345" v="52"/>
            <ac:spMkLst>
              <pc:docMk/>
              <pc:sldMasterMk cId="4205205815" sldId="2147483648"/>
              <pc:sldLayoutMk cId="2223268580" sldId="2147483649"/>
              <ac:spMk id="3" creationId="{2455FE43-FC22-EDBA-3BA9-C4D57116DA01}"/>
            </ac:spMkLst>
          </pc:spChg>
        </pc:sldLayoutChg>
        <pc:sldLayoutChg chg="modSp">
          <pc:chgData name="Grégory BEURIER" userId="3a03d89c-d063-4c23-8ae8-5350b02d6cdd" providerId="ADAL" clId="{F3C62FAD-FD36-44B6-B40F-AB92486CB61D}" dt="2024-05-24T09:16:08.345" v="52"/>
          <pc:sldLayoutMkLst>
            <pc:docMk/>
            <pc:sldMasterMk cId="4205205815" sldId="2147483648"/>
            <pc:sldLayoutMk cId="2466188622" sldId="2147483651"/>
          </pc:sldLayoutMkLst>
          <pc:spChg chg="mod">
            <ac:chgData name="Grégory BEURIER" userId="3a03d89c-d063-4c23-8ae8-5350b02d6cdd" providerId="ADAL" clId="{F3C62FAD-FD36-44B6-B40F-AB92486CB61D}" dt="2024-05-24T09:16:08.345" v="52"/>
            <ac:spMkLst>
              <pc:docMk/>
              <pc:sldMasterMk cId="4205205815" sldId="2147483648"/>
              <pc:sldLayoutMk cId="2466188622" sldId="2147483651"/>
              <ac:spMk id="2" creationId="{0AFEA7E5-29C6-798B-EFF2-860D4C096AE2}"/>
            </ac:spMkLst>
          </pc:spChg>
          <pc:spChg chg="mod">
            <ac:chgData name="Grégory BEURIER" userId="3a03d89c-d063-4c23-8ae8-5350b02d6cdd" providerId="ADAL" clId="{F3C62FAD-FD36-44B6-B40F-AB92486CB61D}" dt="2024-05-24T09:16:08.345" v="52"/>
            <ac:spMkLst>
              <pc:docMk/>
              <pc:sldMasterMk cId="4205205815" sldId="2147483648"/>
              <pc:sldLayoutMk cId="2466188622" sldId="2147483651"/>
              <ac:spMk id="3" creationId="{1BF274D9-2773-8E3C-9F7A-7BBB1EC51FC0}"/>
            </ac:spMkLst>
          </pc:spChg>
        </pc:sldLayoutChg>
        <pc:sldLayoutChg chg="modSp">
          <pc:chgData name="Grégory BEURIER" userId="3a03d89c-d063-4c23-8ae8-5350b02d6cdd" providerId="ADAL" clId="{F3C62FAD-FD36-44B6-B40F-AB92486CB61D}" dt="2024-05-24T09:16:08.345" v="52"/>
          <pc:sldLayoutMkLst>
            <pc:docMk/>
            <pc:sldMasterMk cId="4205205815" sldId="2147483648"/>
            <pc:sldLayoutMk cId="4035075459" sldId="2147483652"/>
          </pc:sldLayoutMkLst>
          <pc:spChg chg="mod">
            <ac:chgData name="Grégory BEURIER" userId="3a03d89c-d063-4c23-8ae8-5350b02d6cdd" providerId="ADAL" clId="{F3C62FAD-FD36-44B6-B40F-AB92486CB61D}" dt="2024-05-24T09:16:08.345" v="52"/>
            <ac:spMkLst>
              <pc:docMk/>
              <pc:sldMasterMk cId="4205205815" sldId="2147483648"/>
              <pc:sldLayoutMk cId="4035075459" sldId="2147483652"/>
              <ac:spMk id="3" creationId="{F64834CC-F5D3-C952-5C19-68F55FB5879D}"/>
            </ac:spMkLst>
          </pc:spChg>
          <pc:spChg chg="mod">
            <ac:chgData name="Grégory BEURIER" userId="3a03d89c-d063-4c23-8ae8-5350b02d6cdd" providerId="ADAL" clId="{F3C62FAD-FD36-44B6-B40F-AB92486CB61D}" dt="2024-05-24T09:16:08.345" v="52"/>
            <ac:spMkLst>
              <pc:docMk/>
              <pc:sldMasterMk cId="4205205815" sldId="2147483648"/>
              <pc:sldLayoutMk cId="4035075459" sldId="2147483652"/>
              <ac:spMk id="4" creationId="{C9CC8968-72F7-0C12-8EB9-40A78E7761C2}"/>
            </ac:spMkLst>
          </pc:spChg>
        </pc:sldLayoutChg>
        <pc:sldLayoutChg chg="modSp">
          <pc:chgData name="Grégory BEURIER" userId="3a03d89c-d063-4c23-8ae8-5350b02d6cdd" providerId="ADAL" clId="{F3C62FAD-FD36-44B6-B40F-AB92486CB61D}" dt="2024-05-24T09:16:08.345" v="52"/>
          <pc:sldLayoutMkLst>
            <pc:docMk/>
            <pc:sldMasterMk cId="4205205815" sldId="2147483648"/>
            <pc:sldLayoutMk cId="2277252128" sldId="2147483653"/>
          </pc:sldLayoutMkLst>
          <pc:spChg chg="mod">
            <ac:chgData name="Grégory BEURIER" userId="3a03d89c-d063-4c23-8ae8-5350b02d6cdd" providerId="ADAL" clId="{F3C62FAD-FD36-44B6-B40F-AB92486CB61D}" dt="2024-05-24T09:16:08.345" v="52"/>
            <ac:spMkLst>
              <pc:docMk/>
              <pc:sldMasterMk cId="4205205815" sldId="2147483648"/>
              <pc:sldLayoutMk cId="2277252128" sldId="2147483653"/>
              <ac:spMk id="2" creationId="{ED9FFAB7-B402-9B95-C3B6-939AB38704EC}"/>
            </ac:spMkLst>
          </pc:spChg>
          <pc:spChg chg="mod">
            <ac:chgData name="Grégory BEURIER" userId="3a03d89c-d063-4c23-8ae8-5350b02d6cdd" providerId="ADAL" clId="{F3C62FAD-FD36-44B6-B40F-AB92486CB61D}" dt="2024-05-24T09:16:08.345" v="52"/>
            <ac:spMkLst>
              <pc:docMk/>
              <pc:sldMasterMk cId="4205205815" sldId="2147483648"/>
              <pc:sldLayoutMk cId="2277252128" sldId="2147483653"/>
              <ac:spMk id="3" creationId="{61DC1591-8ECA-5EBF-80D7-6BACB33F50B6}"/>
            </ac:spMkLst>
          </pc:spChg>
          <pc:spChg chg="mod">
            <ac:chgData name="Grégory BEURIER" userId="3a03d89c-d063-4c23-8ae8-5350b02d6cdd" providerId="ADAL" clId="{F3C62FAD-FD36-44B6-B40F-AB92486CB61D}" dt="2024-05-24T09:16:08.345" v="52"/>
            <ac:spMkLst>
              <pc:docMk/>
              <pc:sldMasterMk cId="4205205815" sldId="2147483648"/>
              <pc:sldLayoutMk cId="2277252128" sldId="2147483653"/>
              <ac:spMk id="4" creationId="{9EB308A8-472B-0451-1ABA-5B88F2F8CD44}"/>
            </ac:spMkLst>
          </pc:spChg>
          <pc:spChg chg="mod">
            <ac:chgData name="Grégory BEURIER" userId="3a03d89c-d063-4c23-8ae8-5350b02d6cdd" providerId="ADAL" clId="{F3C62FAD-FD36-44B6-B40F-AB92486CB61D}" dt="2024-05-24T09:16:08.345" v="52"/>
            <ac:spMkLst>
              <pc:docMk/>
              <pc:sldMasterMk cId="4205205815" sldId="2147483648"/>
              <pc:sldLayoutMk cId="2277252128" sldId="2147483653"/>
              <ac:spMk id="5" creationId="{5A433184-8B0C-38E4-3BD6-82E8DC409E54}"/>
            </ac:spMkLst>
          </pc:spChg>
          <pc:spChg chg="mod">
            <ac:chgData name="Grégory BEURIER" userId="3a03d89c-d063-4c23-8ae8-5350b02d6cdd" providerId="ADAL" clId="{F3C62FAD-FD36-44B6-B40F-AB92486CB61D}" dt="2024-05-24T09:16:08.345" v="52"/>
            <ac:spMkLst>
              <pc:docMk/>
              <pc:sldMasterMk cId="4205205815" sldId="2147483648"/>
              <pc:sldLayoutMk cId="2277252128" sldId="2147483653"/>
              <ac:spMk id="6" creationId="{38051BBD-8C42-5CF8-CFEA-C225A67F819A}"/>
            </ac:spMkLst>
          </pc:spChg>
        </pc:sldLayoutChg>
        <pc:sldLayoutChg chg="modSp">
          <pc:chgData name="Grégory BEURIER" userId="3a03d89c-d063-4c23-8ae8-5350b02d6cdd" providerId="ADAL" clId="{F3C62FAD-FD36-44B6-B40F-AB92486CB61D}" dt="2024-05-24T09:16:08.345" v="52"/>
          <pc:sldLayoutMkLst>
            <pc:docMk/>
            <pc:sldMasterMk cId="4205205815" sldId="2147483648"/>
            <pc:sldLayoutMk cId="2119526786" sldId="2147483656"/>
          </pc:sldLayoutMkLst>
          <pc:spChg chg="mod">
            <ac:chgData name="Grégory BEURIER" userId="3a03d89c-d063-4c23-8ae8-5350b02d6cdd" providerId="ADAL" clId="{F3C62FAD-FD36-44B6-B40F-AB92486CB61D}" dt="2024-05-24T09:16:08.345" v="52"/>
            <ac:spMkLst>
              <pc:docMk/>
              <pc:sldMasterMk cId="4205205815" sldId="2147483648"/>
              <pc:sldLayoutMk cId="2119526786" sldId="2147483656"/>
              <ac:spMk id="2" creationId="{6ABB6CA0-1038-79C3-2E10-7B4D4EC1BBDB}"/>
            </ac:spMkLst>
          </pc:spChg>
          <pc:spChg chg="mod">
            <ac:chgData name="Grégory BEURIER" userId="3a03d89c-d063-4c23-8ae8-5350b02d6cdd" providerId="ADAL" clId="{F3C62FAD-FD36-44B6-B40F-AB92486CB61D}" dt="2024-05-24T09:16:08.345" v="52"/>
            <ac:spMkLst>
              <pc:docMk/>
              <pc:sldMasterMk cId="4205205815" sldId="2147483648"/>
              <pc:sldLayoutMk cId="2119526786" sldId="2147483656"/>
              <ac:spMk id="3" creationId="{896326F3-398C-63B8-4165-236D9D725266}"/>
            </ac:spMkLst>
          </pc:spChg>
          <pc:spChg chg="mod">
            <ac:chgData name="Grégory BEURIER" userId="3a03d89c-d063-4c23-8ae8-5350b02d6cdd" providerId="ADAL" clId="{F3C62FAD-FD36-44B6-B40F-AB92486CB61D}" dt="2024-05-24T09:16:08.345" v="52"/>
            <ac:spMkLst>
              <pc:docMk/>
              <pc:sldMasterMk cId="4205205815" sldId="2147483648"/>
              <pc:sldLayoutMk cId="2119526786" sldId="2147483656"/>
              <ac:spMk id="4" creationId="{A77CB1C5-0DCC-0EB6-27DF-B4C37599B921}"/>
            </ac:spMkLst>
          </pc:spChg>
        </pc:sldLayoutChg>
        <pc:sldLayoutChg chg="modSp">
          <pc:chgData name="Grégory BEURIER" userId="3a03d89c-d063-4c23-8ae8-5350b02d6cdd" providerId="ADAL" clId="{F3C62FAD-FD36-44B6-B40F-AB92486CB61D}" dt="2024-05-24T09:16:08.345" v="52"/>
          <pc:sldLayoutMkLst>
            <pc:docMk/>
            <pc:sldMasterMk cId="4205205815" sldId="2147483648"/>
            <pc:sldLayoutMk cId="3475673497" sldId="2147483657"/>
          </pc:sldLayoutMkLst>
          <pc:spChg chg="mod">
            <ac:chgData name="Grégory BEURIER" userId="3a03d89c-d063-4c23-8ae8-5350b02d6cdd" providerId="ADAL" clId="{F3C62FAD-FD36-44B6-B40F-AB92486CB61D}" dt="2024-05-24T09:16:08.345" v="52"/>
            <ac:spMkLst>
              <pc:docMk/>
              <pc:sldMasterMk cId="4205205815" sldId="2147483648"/>
              <pc:sldLayoutMk cId="3475673497" sldId="2147483657"/>
              <ac:spMk id="2" creationId="{9C1EDEBB-C78F-A16A-36D2-91933A4895B7}"/>
            </ac:spMkLst>
          </pc:spChg>
          <pc:spChg chg="mod">
            <ac:chgData name="Grégory BEURIER" userId="3a03d89c-d063-4c23-8ae8-5350b02d6cdd" providerId="ADAL" clId="{F3C62FAD-FD36-44B6-B40F-AB92486CB61D}" dt="2024-05-24T09:16:08.345" v="52"/>
            <ac:spMkLst>
              <pc:docMk/>
              <pc:sldMasterMk cId="4205205815" sldId="2147483648"/>
              <pc:sldLayoutMk cId="3475673497" sldId="2147483657"/>
              <ac:spMk id="3" creationId="{CD00A1D2-CC3B-3902-FFC3-3414056C8484}"/>
            </ac:spMkLst>
          </pc:spChg>
          <pc:spChg chg="mod">
            <ac:chgData name="Grégory BEURIER" userId="3a03d89c-d063-4c23-8ae8-5350b02d6cdd" providerId="ADAL" clId="{F3C62FAD-FD36-44B6-B40F-AB92486CB61D}" dt="2024-05-24T09:16:08.345" v="52"/>
            <ac:spMkLst>
              <pc:docMk/>
              <pc:sldMasterMk cId="4205205815" sldId="2147483648"/>
              <pc:sldLayoutMk cId="3475673497" sldId="2147483657"/>
              <ac:spMk id="4" creationId="{4FE5C0B8-5962-70D0-277B-B48F2B3D2B56}"/>
            </ac:spMkLst>
          </pc:spChg>
        </pc:sldLayoutChg>
        <pc:sldLayoutChg chg="modSp">
          <pc:chgData name="Grégory BEURIER" userId="3a03d89c-d063-4c23-8ae8-5350b02d6cdd" providerId="ADAL" clId="{F3C62FAD-FD36-44B6-B40F-AB92486CB61D}" dt="2024-05-24T09:16:08.345" v="52"/>
          <pc:sldLayoutMkLst>
            <pc:docMk/>
            <pc:sldMasterMk cId="4205205815" sldId="2147483648"/>
            <pc:sldLayoutMk cId="71613400" sldId="2147483659"/>
          </pc:sldLayoutMkLst>
          <pc:spChg chg="mod">
            <ac:chgData name="Grégory BEURIER" userId="3a03d89c-d063-4c23-8ae8-5350b02d6cdd" providerId="ADAL" clId="{F3C62FAD-FD36-44B6-B40F-AB92486CB61D}" dt="2024-05-24T09:16:08.345" v="52"/>
            <ac:spMkLst>
              <pc:docMk/>
              <pc:sldMasterMk cId="4205205815" sldId="2147483648"/>
              <pc:sldLayoutMk cId="71613400" sldId="2147483659"/>
              <ac:spMk id="2" creationId="{7BA2237D-6A8A-48EF-B6CD-013EA82C6616}"/>
            </ac:spMkLst>
          </pc:spChg>
          <pc:spChg chg="mod">
            <ac:chgData name="Grégory BEURIER" userId="3a03d89c-d063-4c23-8ae8-5350b02d6cdd" providerId="ADAL" clId="{F3C62FAD-FD36-44B6-B40F-AB92486CB61D}" dt="2024-05-24T09:16:08.345" v="52"/>
            <ac:spMkLst>
              <pc:docMk/>
              <pc:sldMasterMk cId="4205205815" sldId="2147483648"/>
              <pc:sldLayoutMk cId="71613400" sldId="2147483659"/>
              <ac:spMk id="3" creationId="{EAA8D0D7-606E-1763-2B35-2D1A2AA87FE4}"/>
            </ac:spMkLst>
          </pc:spChg>
        </pc:sldLayoutChg>
      </pc:sldMasterChg>
    </pc:docChg>
  </pc:docChgLst>
  <pc:docChgLst>
    <pc:chgData name="Grégory BEURIER" userId="3a03d89c-d063-4c23-8ae8-5350b02d6cdd" providerId="ADAL" clId="{8FC99AD8-8C95-488C-8A57-4657409279BC}"/>
    <pc:docChg chg="undo custSel addSld modSld sldOrd">
      <pc:chgData name="Grégory BEURIER" userId="3a03d89c-d063-4c23-8ae8-5350b02d6cdd" providerId="ADAL" clId="{8FC99AD8-8C95-488C-8A57-4657409279BC}" dt="2024-06-21T08:23:20.327" v="40"/>
      <pc:docMkLst>
        <pc:docMk/>
      </pc:docMkLst>
      <pc:sldChg chg="ord">
        <pc:chgData name="Grégory BEURIER" userId="3a03d89c-d063-4c23-8ae8-5350b02d6cdd" providerId="ADAL" clId="{8FC99AD8-8C95-488C-8A57-4657409279BC}" dt="2024-06-21T07:50:55.249" v="2"/>
        <pc:sldMkLst>
          <pc:docMk/>
          <pc:sldMk cId="12714230" sldId="256"/>
        </pc:sldMkLst>
      </pc:sldChg>
      <pc:sldChg chg="ord">
        <pc:chgData name="Grégory BEURIER" userId="3a03d89c-d063-4c23-8ae8-5350b02d6cdd" providerId="ADAL" clId="{8FC99AD8-8C95-488C-8A57-4657409279BC}" dt="2024-06-21T08:05:07.497" v="4"/>
        <pc:sldMkLst>
          <pc:docMk/>
          <pc:sldMk cId="1440297966" sldId="257"/>
        </pc:sldMkLst>
      </pc:sldChg>
      <pc:sldChg chg="modSp mod">
        <pc:chgData name="Grégory BEURIER" userId="3a03d89c-d063-4c23-8ae8-5350b02d6cdd" providerId="ADAL" clId="{8FC99AD8-8C95-488C-8A57-4657409279BC}" dt="2024-06-21T08:23:20.327" v="40"/>
        <pc:sldMkLst>
          <pc:docMk/>
          <pc:sldMk cId="4212683102" sldId="260"/>
        </pc:sldMkLst>
        <pc:spChg chg="mod">
          <ac:chgData name="Grégory BEURIER" userId="3a03d89c-d063-4c23-8ae8-5350b02d6cdd" providerId="ADAL" clId="{8FC99AD8-8C95-488C-8A57-4657409279BC}" dt="2024-06-21T08:05:54.353" v="12" actId="255"/>
          <ac:spMkLst>
            <pc:docMk/>
            <pc:sldMk cId="4212683102" sldId="260"/>
            <ac:spMk id="5" creationId="{87068125-DF9A-9F4F-0119-5CCF81F57762}"/>
          </ac:spMkLst>
        </pc:spChg>
        <pc:spChg chg="mod">
          <ac:chgData name="Grégory BEURIER" userId="3a03d89c-d063-4c23-8ae8-5350b02d6cdd" providerId="ADAL" clId="{8FC99AD8-8C95-488C-8A57-4657409279BC}" dt="2024-06-21T08:23:20.327" v="40"/>
          <ac:spMkLst>
            <pc:docMk/>
            <pc:sldMk cId="4212683102" sldId="260"/>
            <ac:spMk id="9" creationId="{185F41B0-E670-CFAF-9CA7-141C917F5125}"/>
          </ac:spMkLst>
        </pc:spChg>
      </pc:sldChg>
      <pc:sldChg chg="add">
        <pc:chgData name="Grégory BEURIER" userId="3a03d89c-d063-4c23-8ae8-5350b02d6cdd" providerId="ADAL" clId="{8FC99AD8-8C95-488C-8A57-4657409279BC}" dt="2024-06-21T07:50:51.312" v="0"/>
        <pc:sldMkLst>
          <pc:docMk/>
          <pc:sldMk cId="3665940111" sldId="261"/>
        </pc:sldMkLst>
      </pc:sldChg>
    </pc:docChg>
  </pc:docChgLst>
  <pc:docChgLst>
    <pc:chgData name="Grégory BEURIER" userId="3a03d89c-d063-4c23-8ae8-5350b02d6cdd" providerId="ADAL" clId="{D139A8D7-8931-467B-AE9C-6DBC1DAD797A}"/>
    <pc:docChg chg="custSel addSld modSld">
      <pc:chgData name="Grégory BEURIER" userId="3a03d89c-d063-4c23-8ae8-5350b02d6cdd" providerId="ADAL" clId="{D139A8D7-8931-467B-AE9C-6DBC1DAD797A}" dt="2023-05-17T23:16:57.961" v="327" actId="1037"/>
      <pc:docMkLst>
        <pc:docMk/>
      </pc:docMkLst>
      <pc:sldChg chg="addSp modSp add mod">
        <pc:chgData name="Grégory BEURIER" userId="3a03d89c-d063-4c23-8ae8-5350b02d6cdd" providerId="ADAL" clId="{D139A8D7-8931-467B-AE9C-6DBC1DAD797A}" dt="2023-05-17T23:02:33.307" v="8" actId="20577"/>
        <pc:sldMkLst>
          <pc:docMk/>
          <pc:sldMk cId="12714230" sldId="256"/>
        </pc:sldMkLst>
        <pc:spChg chg="add mod">
          <ac:chgData name="Grégory BEURIER" userId="3a03d89c-d063-4c23-8ae8-5350b02d6cdd" providerId="ADAL" clId="{D139A8D7-8931-467B-AE9C-6DBC1DAD797A}" dt="2023-05-17T23:02:33.307" v="8" actId="20577"/>
          <ac:spMkLst>
            <pc:docMk/>
            <pc:sldMk cId="12714230" sldId="256"/>
            <ac:spMk id="2" creationId="{32C56F84-17EE-5743-3629-58B10AC903BA}"/>
          </ac:spMkLst>
        </pc:spChg>
      </pc:sldChg>
      <pc:sldChg chg="add">
        <pc:chgData name="Grégory BEURIER" userId="3a03d89c-d063-4c23-8ae8-5350b02d6cdd" providerId="ADAL" clId="{D139A8D7-8931-467B-AE9C-6DBC1DAD797A}" dt="2023-05-17T14:36:54.765" v="0"/>
        <pc:sldMkLst>
          <pc:docMk/>
          <pc:sldMk cId="1440297966" sldId="257"/>
        </pc:sldMkLst>
      </pc:sldChg>
      <pc:sldChg chg="addSp delSp modSp new mod">
        <pc:chgData name="Grégory BEURIER" userId="3a03d89c-d063-4c23-8ae8-5350b02d6cdd" providerId="ADAL" clId="{D139A8D7-8931-467B-AE9C-6DBC1DAD797A}" dt="2023-05-17T23:16:57.961" v="327" actId="1037"/>
        <pc:sldMkLst>
          <pc:docMk/>
          <pc:sldMk cId="1957739885" sldId="258"/>
        </pc:sldMkLst>
        <pc:spChg chg="del">
          <ac:chgData name="Grégory BEURIER" userId="3a03d89c-d063-4c23-8ae8-5350b02d6cdd" providerId="ADAL" clId="{D139A8D7-8931-467B-AE9C-6DBC1DAD797A}" dt="2023-05-17T23:05:33.036" v="9" actId="478"/>
          <ac:spMkLst>
            <pc:docMk/>
            <pc:sldMk cId="1957739885" sldId="258"/>
            <ac:spMk id="2" creationId="{29A8C664-BD78-EEBC-9CA4-1187898D4F23}"/>
          </ac:spMkLst>
        </pc:spChg>
        <pc:spChg chg="del">
          <ac:chgData name="Grégory BEURIER" userId="3a03d89c-d063-4c23-8ae8-5350b02d6cdd" providerId="ADAL" clId="{D139A8D7-8931-467B-AE9C-6DBC1DAD797A}" dt="2023-05-17T23:05:33.036" v="9" actId="478"/>
          <ac:spMkLst>
            <pc:docMk/>
            <pc:sldMk cId="1957739885" sldId="258"/>
            <ac:spMk id="3" creationId="{97B11F6E-905D-C217-B227-8B5E345E4369}"/>
          </ac:spMkLst>
        </pc:spChg>
        <pc:spChg chg="add mod">
          <ac:chgData name="Grégory BEURIER" userId="3a03d89c-d063-4c23-8ae8-5350b02d6cdd" providerId="ADAL" clId="{D139A8D7-8931-467B-AE9C-6DBC1DAD797A}" dt="2023-05-17T23:11:47.857" v="221" actId="14100"/>
          <ac:spMkLst>
            <pc:docMk/>
            <pc:sldMk cId="1957739885" sldId="258"/>
            <ac:spMk id="4" creationId="{E45F146C-0965-4E2A-D204-4491E84FCF24}"/>
          </ac:spMkLst>
        </pc:spChg>
        <pc:spChg chg="add del mod">
          <ac:chgData name="Grégory BEURIER" userId="3a03d89c-d063-4c23-8ae8-5350b02d6cdd" providerId="ADAL" clId="{D139A8D7-8931-467B-AE9C-6DBC1DAD797A}" dt="2023-05-17T23:05:43.255" v="19"/>
          <ac:spMkLst>
            <pc:docMk/>
            <pc:sldMk cId="1957739885" sldId="258"/>
            <ac:spMk id="5" creationId="{20BDF452-2369-615B-DBA1-F4FDB626A303}"/>
          </ac:spMkLst>
        </pc:spChg>
        <pc:spChg chg="add mod">
          <ac:chgData name="Grégory BEURIER" userId="3a03d89c-d063-4c23-8ae8-5350b02d6cdd" providerId="ADAL" clId="{D139A8D7-8931-467B-AE9C-6DBC1DAD797A}" dt="2023-05-17T23:16:57.961" v="327" actId="1037"/>
          <ac:spMkLst>
            <pc:docMk/>
            <pc:sldMk cId="1957739885" sldId="258"/>
            <ac:spMk id="6" creationId="{A17DA302-14D8-6B54-069E-6D6AC7BE5477}"/>
          </ac:spMkLst>
        </pc:spChg>
        <pc:spChg chg="add del mod">
          <ac:chgData name="Grégory BEURIER" userId="3a03d89c-d063-4c23-8ae8-5350b02d6cdd" providerId="ADAL" clId="{D139A8D7-8931-467B-AE9C-6DBC1DAD797A}" dt="2023-05-17T23:13:31.701" v="262" actId="478"/>
          <ac:spMkLst>
            <pc:docMk/>
            <pc:sldMk cId="1957739885" sldId="258"/>
            <ac:spMk id="7" creationId="{9A83219E-85C4-98DC-191C-24973FEA079A}"/>
          </ac:spMkLst>
        </pc:spChg>
        <pc:spChg chg="add mod">
          <ac:chgData name="Grégory BEURIER" userId="3a03d89c-d063-4c23-8ae8-5350b02d6cdd" providerId="ADAL" clId="{D139A8D7-8931-467B-AE9C-6DBC1DAD797A}" dt="2023-05-17T23:16:08.146" v="302" actId="1076"/>
          <ac:spMkLst>
            <pc:docMk/>
            <pc:sldMk cId="1957739885" sldId="258"/>
            <ac:spMk id="10" creationId="{4801BE33-28F7-45B6-414C-490193BC8A12}"/>
          </ac:spMkLst>
        </pc:spChg>
        <pc:spChg chg="add mod">
          <ac:chgData name="Grégory BEURIER" userId="3a03d89c-d063-4c23-8ae8-5350b02d6cdd" providerId="ADAL" clId="{D139A8D7-8931-467B-AE9C-6DBC1DAD797A}" dt="2023-05-17T23:16:08.146" v="302" actId="1076"/>
          <ac:spMkLst>
            <pc:docMk/>
            <pc:sldMk cId="1957739885" sldId="258"/>
            <ac:spMk id="11" creationId="{AFF8CB03-8738-09B1-5640-9686668BC034}"/>
          </ac:spMkLst>
        </pc:spChg>
        <pc:spChg chg="add mod">
          <ac:chgData name="Grégory BEURIER" userId="3a03d89c-d063-4c23-8ae8-5350b02d6cdd" providerId="ADAL" clId="{D139A8D7-8931-467B-AE9C-6DBC1DAD797A}" dt="2023-05-17T23:16:08.146" v="302" actId="1076"/>
          <ac:spMkLst>
            <pc:docMk/>
            <pc:sldMk cId="1957739885" sldId="258"/>
            <ac:spMk id="12" creationId="{4755B49E-F142-ADCF-B784-DA3AB81CF01E}"/>
          </ac:spMkLst>
        </pc:spChg>
        <pc:spChg chg="add mod">
          <ac:chgData name="Grégory BEURIER" userId="3a03d89c-d063-4c23-8ae8-5350b02d6cdd" providerId="ADAL" clId="{D139A8D7-8931-467B-AE9C-6DBC1DAD797A}" dt="2023-05-17T23:16:08.146" v="302" actId="1076"/>
          <ac:spMkLst>
            <pc:docMk/>
            <pc:sldMk cId="1957739885" sldId="258"/>
            <ac:spMk id="13" creationId="{A066ABF7-E894-2283-D701-641374F499BD}"/>
          </ac:spMkLst>
        </pc:spChg>
        <pc:spChg chg="add mod">
          <ac:chgData name="Grégory BEURIER" userId="3a03d89c-d063-4c23-8ae8-5350b02d6cdd" providerId="ADAL" clId="{D139A8D7-8931-467B-AE9C-6DBC1DAD797A}" dt="2023-05-17T23:16:08.146" v="302" actId="1076"/>
          <ac:spMkLst>
            <pc:docMk/>
            <pc:sldMk cId="1957739885" sldId="258"/>
            <ac:spMk id="14" creationId="{EA731863-9449-D68C-9572-17BABE6BC74B}"/>
          </ac:spMkLst>
        </pc:spChg>
        <pc:spChg chg="add mod">
          <ac:chgData name="Grégory BEURIER" userId="3a03d89c-d063-4c23-8ae8-5350b02d6cdd" providerId="ADAL" clId="{D139A8D7-8931-467B-AE9C-6DBC1DAD797A}" dt="2023-05-17T23:16:08.146" v="302" actId="1076"/>
          <ac:spMkLst>
            <pc:docMk/>
            <pc:sldMk cId="1957739885" sldId="258"/>
            <ac:spMk id="15" creationId="{4F19D448-3613-29D5-731A-2BD585A20817}"/>
          </ac:spMkLst>
        </pc:spChg>
        <pc:spChg chg="add mod">
          <ac:chgData name="Grégory BEURIER" userId="3a03d89c-d063-4c23-8ae8-5350b02d6cdd" providerId="ADAL" clId="{D139A8D7-8931-467B-AE9C-6DBC1DAD797A}" dt="2023-05-17T23:16:34.516" v="319" actId="1037"/>
          <ac:spMkLst>
            <pc:docMk/>
            <pc:sldMk cId="1957739885" sldId="258"/>
            <ac:spMk id="40" creationId="{A539FB2E-482B-09B2-99B6-3CD8A2E2072A}"/>
          </ac:spMkLst>
        </pc:spChg>
        <pc:cxnChg chg="add del mod">
          <ac:chgData name="Grégory BEURIER" userId="3a03d89c-d063-4c23-8ae8-5350b02d6cdd" providerId="ADAL" clId="{D139A8D7-8931-467B-AE9C-6DBC1DAD797A}" dt="2023-05-17T23:10:00.972" v="165" actId="478"/>
          <ac:cxnSpMkLst>
            <pc:docMk/>
            <pc:sldMk cId="1957739885" sldId="258"/>
            <ac:cxnSpMk id="9" creationId="{1651FBB8-4BF8-65DF-4717-8A1B11EA7AE7}"/>
          </ac:cxnSpMkLst>
        </pc:cxnChg>
        <pc:cxnChg chg="add mod">
          <ac:chgData name="Grégory BEURIER" userId="3a03d89c-d063-4c23-8ae8-5350b02d6cdd" providerId="ADAL" clId="{D139A8D7-8931-467B-AE9C-6DBC1DAD797A}" dt="2023-05-17T23:16:11.575" v="303" actId="14100"/>
          <ac:cxnSpMkLst>
            <pc:docMk/>
            <pc:sldMk cId="1957739885" sldId="258"/>
            <ac:cxnSpMk id="17" creationId="{E7D34146-DFCD-774C-3D8C-1A19E81510D5}"/>
          </ac:cxnSpMkLst>
        </pc:cxnChg>
        <pc:cxnChg chg="add mod">
          <ac:chgData name="Grégory BEURIER" userId="3a03d89c-d063-4c23-8ae8-5350b02d6cdd" providerId="ADAL" clId="{D139A8D7-8931-467B-AE9C-6DBC1DAD797A}" dt="2023-05-17T23:16:08.146" v="302" actId="1076"/>
          <ac:cxnSpMkLst>
            <pc:docMk/>
            <pc:sldMk cId="1957739885" sldId="258"/>
            <ac:cxnSpMk id="18" creationId="{B256B536-DE46-2D99-D6C8-4F5076745646}"/>
          </ac:cxnSpMkLst>
        </pc:cxnChg>
        <pc:cxnChg chg="add mod">
          <ac:chgData name="Grégory BEURIER" userId="3a03d89c-d063-4c23-8ae8-5350b02d6cdd" providerId="ADAL" clId="{D139A8D7-8931-467B-AE9C-6DBC1DAD797A}" dt="2023-05-17T23:16:08.146" v="302" actId="1076"/>
          <ac:cxnSpMkLst>
            <pc:docMk/>
            <pc:sldMk cId="1957739885" sldId="258"/>
            <ac:cxnSpMk id="21" creationId="{8736DFE5-B148-5E10-5EBA-13F9948E36E5}"/>
          </ac:cxnSpMkLst>
        </pc:cxnChg>
        <pc:cxnChg chg="add mod">
          <ac:chgData name="Grégory BEURIER" userId="3a03d89c-d063-4c23-8ae8-5350b02d6cdd" providerId="ADAL" clId="{D139A8D7-8931-467B-AE9C-6DBC1DAD797A}" dt="2023-05-17T23:16:08.146" v="302" actId="1076"/>
          <ac:cxnSpMkLst>
            <pc:docMk/>
            <pc:sldMk cId="1957739885" sldId="258"/>
            <ac:cxnSpMk id="25" creationId="{0CEC9E0B-C407-2545-AE39-3ED4D10A709E}"/>
          </ac:cxnSpMkLst>
        </pc:cxnChg>
        <pc:cxnChg chg="add mod">
          <ac:chgData name="Grégory BEURIER" userId="3a03d89c-d063-4c23-8ae8-5350b02d6cdd" providerId="ADAL" clId="{D139A8D7-8931-467B-AE9C-6DBC1DAD797A}" dt="2023-05-17T23:16:08.146" v="302" actId="1076"/>
          <ac:cxnSpMkLst>
            <pc:docMk/>
            <pc:sldMk cId="1957739885" sldId="258"/>
            <ac:cxnSpMk id="29" creationId="{7963A02B-F20C-03DF-CF4F-0275ABD9389C}"/>
          </ac:cxnSpMkLst>
        </pc:cxnChg>
        <pc:cxnChg chg="add mod">
          <ac:chgData name="Grégory BEURIER" userId="3a03d89c-d063-4c23-8ae8-5350b02d6cdd" providerId="ADAL" clId="{D139A8D7-8931-467B-AE9C-6DBC1DAD797A}" dt="2023-05-17T23:16:08.146" v="302" actId="1076"/>
          <ac:cxnSpMkLst>
            <pc:docMk/>
            <pc:sldMk cId="1957739885" sldId="258"/>
            <ac:cxnSpMk id="33" creationId="{77798E68-5FC3-56BE-B0FF-D2B7ADE92FB2}"/>
          </ac:cxnSpMkLst>
        </pc:cxnChg>
        <pc:cxnChg chg="add mod">
          <ac:chgData name="Grégory BEURIER" userId="3a03d89c-d063-4c23-8ae8-5350b02d6cdd" providerId="ADAL" clId="{D139A8D7-8931-467B-AE9C-6DBC1DAD797A}" dt="2023-05-17T23:16:08.146" v="302" actId="1076"/>
          <ac:cxnSpMkLst>
            <pc:docMk/>
            <pc:sldMk cId="1957739885" sldId="258"/>
            <ac:cxnSpMk id="36" creationId="{3F12CFAD-DD1C-DF39-6C27-6559184FA60B}"/>
          </ac:cxnSpMkLst>
        </pc:cxnChg>
        <pc:cxnChg chg="add mod">
          <ac:chgData name="Grégory BEURIER" userId="3a03d89c-d063-4c23-8ae8-5350b02d6cdd" providerId="ADAL" clId="{D139A8D7-8931-467B-AE9C-6DBC1DAD797A}" dt="2023-05-17T23:16:34.516" v="319" actId="1037"/>
          <ac:cxnSpMkLst>
            <pc:docMk/>
            <pc:sldMk cId="1957739885" sldId="258"/>
            <ac:cxnSpMk id="44" creationId="{69DD50E5-DBF4-96BD-765D-250A9FEF22E5}"/>
          </ac:cxnSpMkLst>
        </pc:cxnChg>
        <pc:cxnChg chg="add mod">
          <ac:chgData name="Grégory BEURIER" userId="3a03d89c-d063-4c23-8ae8-5350b02d6cdd" providerId="ADAL" clId="{D139A8D7-8931-467B-AE9C-6DBC1DAD797A}" dt="2023-05-17T23:16:34.516" v="319" actId="1037"/>
          <ac:cxnSpMkLst>
            <pc:docMk/>
            <pc:sldMk cId="1957739885" sldId="258"/>
            <ac:cxnSpMk id="48" creationId="{F9D162C3-76CE-F13D-72EC-66CEA8FE3276}"/>
          </ac:cxnSpMkLst>
        </pc:cxn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E8A27990-BD67-F574-1581-96E8D67DF42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Sous-titre 2">
            <a:extLst>
              <a:ext uri="{FF2B5EF4-FFF2-40B4-BE49-F238E27FC236}">
                <a16:creationId xmlns:a16="http://schemas.microsoft.com/office/drawing/2014/main" id="{2455FE43-FC22-EDBA-3BA9-C4D57116DA0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fr-FR"/>
              <a:t>Modifiez le style des sous-titres du masque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DAE2EE3D-F347-BD5A-6A04-9914842A561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8B9D3A-D2D5-4AEE-A52F-48ABE062B8D1}" type="datetimeFigureOut">
              <a:rPr lang="fr-FR" smtClean="0"/>
              <a:t>21/06/2024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B7A8E08C-6316-3840-9310-30C7204AFA1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4D0519BF-4681-B117-5D2B-CFE8C15729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99EF77-1BE9-4FFE-BAA6-ED914C1D89D5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22326858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E4199DA4-5E47-F757-AAC3-881C84522AA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A2AC5BDB-B477-E129-6905-8A5966DDDA1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9891C9F7-D5A1-4F5F-51B9-7D57E7628DD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8B9D3A-D2D5-4AEE-A52F-48ABE062B8D1}" type="datetimeFigureOut">
              <a:rPr lang="fr-FR" smtClean="0"/>
              <a:t>21/06/2024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CFA93279-BE78-65FE-56DA-A6F4694BCC1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EA476655-40FE-7A61-1B26-B3BE95B67BB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99EF77-1BE9-4FFE-BAA6-ED914C1D89D5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58088104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0AFEA7E5-29C6-798B-EFF2-860D4C096AE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2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1BF274D9-2773-8E3C-9F7A-7BBB1EC51FC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2" y="4589464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C5BC3FA3-1DAD-92AD-EAAC-B9AB0361534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8B9D3A-D2D5-4AEE-A52F-48ABE062B8D1}" type="datetimeFigureOut">
              <a:rPr lang="fr-FR" smtClean="0"/>
              <a:t>21/06/2024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95153C77-8CE7-3B94-1068-37EC1FF7FF0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07CFC859-E19F-F068-C348-8BA676133BB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99EF77-1BE9-4FFE-BAA6-ED914C1D89D5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46618862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035731CE-BB60-C017-4694-1115A6A52D6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F64834CC-F5D3-C952-5C19-68F55FB5879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1" y="1825625"/>
            <a:ext cx="5181600" cy="435133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u contenu 3">
            <a:extLst>
              <a:ext uri="{FF2B5EF4-FFF2-40B4-BE49-F238E27FC236}">
                <a16:creationId xmlns:a16="http://schemas.microsoft.com/office/drawing/2014/main" id="{C9CC8968-72F7-0C12-8EB9-40A78E7761C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1" y="1825625"/>
            <a:ext cx="5181600" cy="435133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49B2449F-AFC9-FFE6-78F1-765277D903C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8B9D3A-D2D5-4AEE-A52F-48ABE062B8D1}" type="datetimeFigureOut">
              <a:rPr lang="fr-FR" smtClean="0"/>
              <a:t>21/06/2024</a:t>
            </a:fld>
            <a:endParaRPr lang="fr-FR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AA4ACB7F-F9A3-639C-9238-C5E15904F9C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C2437F0D-D285-FF57-39FA-0B4287460F0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99EF77-1BE9-4FFE-BAA6-ED914C1D89D5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03507545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ED9FFAB7-B402-9B95-C3B6-939AB38704E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9" y="365125"/>
            <a:ext cx="10515600" cy="1325563"/>
          </a:xfrm>
        </p:spPr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61DC1591-8ECA-5EBF-80D7-6BACB33F50B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9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Espace réservé du contenu 3">
            <a:extLst>
              <a:ext uri="{FF2B5EF4-FFF2-40B4-BE49-F238E27FC236}">
                <a16:creationId xmlns:a16="http://schemas.microsoft.com/office/drawing/2014/main" id="{9EB308A8-472B-0451-1ABA-5B88F2F8CD4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9" y="2505076"/>
            <a:ext cx="5157787" cy="368458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5" name="Espace réservé du texte 4">
            <a:extLst>
              <a:ext uri="{FF2B5EF4-FFF2-40B4-BE49-F238E27FC236}">
                <a16:creationId xmlns:a16="http://schemas.microsoft.com/office/drawing/2014/main" id="{5A433184-8B0C-38E4-3BD6-82E8DC409E5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2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6" name="Espace réservé du contenu 5">
            <a:extLst>
              <a:ext uri="{FF2B5EF4-FFF2-40B4-BE49-F238E27FC236}">
                <a16:creationId xmlns:a16="http://schemas.microsoft.com/office/drawing/2014/main" id="{38051BBD-8C42-5CF8-CFEA-C225A67F819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2" y="2505076"/>
            <a:ext cx="5183188" cy="368458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7" name="Espace réservé de la date 6">
            <a:extLst>
              <a:ext uri="{FF2B5EF4-FFF2-40B4-BE49-F238E27FC236}">
                <a16:creationId xmlns:a16="http://schemas.microsoft.com/office/drawing/2014/main" id="{ED420CB4-0729-9BB4-016F-40FF6FF0AD8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8B9D3A-D2D5-4AEE-A52F-48ABE062B8D1}" type="datetimeFigureOut">
              <a:rPr lang="fr-FR" smtClean="0"/>
              <a:t>21/06/2024</a:t>
            </a:fld>
            <a:endParaRPr lang="fr-FR"/>
          </a:p>
        </p:txBody>
      </p:sp>
      <p:sp>
        <p:nvSpPr>
          <p:cNvPr id="8" name="Espace réservé du pied de page 7">
            <a:extLst>
              <a:ext uri="{FF2B5EF4-FFF2-40B4-BE49-F238E27FC236}">
                <a16:creationId xmlns:a16="http://schemas.microsoft.com/office/drawing/2014/main" id="{B46FA5BB-09EE-82A4-1AA0-5B548C572DD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9" name="Espace réservé du numéro de diapositive 8">
            <a:extLst>
              <a:ext uri="{FF2B5EF4-FFF2-40B4-BE49-F238E27FC236}">
                <a16:creationId xmlns:a16="http://schemas.microsoft.com/office/drawing/2014/main" id="{4C15EBAF-67A1-F080-9720-55B465A426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99EF77-1BE9-4FFE-BAA6-ED914C1D89D5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27725212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A66C29BA-2DC9-C26F-8EAF-75FB8886212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e la date 2">
            <a:extLst>
              <a:ext uri="{FF2B5EF4-FFF2-40B4-BE49-F238E27FC236}">
                <a16:creationId xmlns:a16="http://schemas.microsoft.com/office/drawing/2014/main" id="{B274FC27-88C7-ABFB-1378-27D3AFB8156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8B9D3A-D2D5-4AEE-A52F-48ABE062B8D1}" type="datetimeFigureOut">
              <a:rPr lang="fr-FR" smtClean="0"/>
              <a:t>21/06/2024</a:t>
            </a:fld>
            <a:endParaRPr lang="fr-FR"/>
          </a:p>
        </p:txBody>
      </p:sp>
      <p:sp>
        <p:nvSpPr>
          <p:cNvPr id="4" name="Espace réservé du pied de page 3">
            <a:extLst>
              <a:ext uri="{FF2B5EF4-FFF2-40B4-BE49-F238E27FC236}">
                <a16:creationId xmlns:a16="http://schemas.microsoft.com/office/drawing/2014/main" id="{8E555EE5-3DAA-7E95-16C7-3BF2707C5DC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5" name="Espace réservé du numéro de diapositive 4">
            <a:extLst>
              <a:ext uri="{FF2B5EF4-FFF2-40B4-BE49-F238E27FC236}">
                <a16:creationId xmlns:a16="http://schemas.microsoft.com/office/drawing/2014/main" id="{A66DEE5D-9649-9CFD-5398-A215A7ABC8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99EF77-1BE9-4FFE-BAA6-ED914C1D89D5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04563625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a date 1">
            <a:extLst>
              <a:ext uri="{FF2B5EF4-FFF2-40B4-BE49-F238E27FC236}">
                <a16:creationId xmlns:a16="http://schemas.microsoft.com/office/drawing/2014/main" id="{858A161F-A785-11DD-9099-19A650C8E47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8B9D3A-D2D5-4AEE-A52F-48ABE062B8D1}" type="datetimeFigureOut">
              <a:rPr lang="fr-FR" smtClean="0"/>
              <a:t>21/06/2024</a:t>
            </a:fld>
            <a:endParaRPr lang="fr-FR"/>
          </a:p>
        </p:txBody>
      </p:sp>
      <p:sp>
        <p:nvSpPr>
          <p:cNvPr id="3" name="Espace réservé du pied de page 2">
            <a:extLst>
              <a:ext uri="{FF2B5EF4-FFF2-40B4-BE49-F238E27FC236}">
                <a16:creationId xmlns:a16="http://schemas.microsoft.com/office/drawing/2014/main" id="{53E5053C-1192-B453-5E2C-6B26A8199B6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1E3E1EAC-1B65-4283-0273-76B3CFE804D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99EF77-1BE9-4FFE-BAA6-ED914C1D89D5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15806423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6ABB6CA0-1038-79C3-2E10-7B4D4EC1BBD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90" y="457200"/>
            <a:ext cx="3932236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896326F3-398C-63B8-4165-236D9D72526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1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u texte 3">
            <a:extLst>
              <a:ext uri="{FF2B5EF4-FFF2-40B4-BE49-F238E27FC236}">
                <a16:creationId xmlns:a16="http://schemas.microsoft.com/office/drawing/2014/main" id="{A77CB1C5-0DCC-0EB6-27DF-B4C37599B92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90" y="2057400"/>
            <a:ext cx="3932236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E4652E97-DB49-7ED1-BD24-055597DCBAC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8B9D3A-D2D5-4AEE-A52F-48ABE062B8D1}" type="datetimeFigureOut">
              <a:rPr lang="fr-FR" smtClean="0"/>
              <a:t>21/06/2024</a:t>
            </a:fld>
            <a:endParaRPr lang="fr-FR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377F1BAD-D9CE-3F37-6A0C-5BE2ECD1B11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C24AA691-DC6A-CC55-A0A6-B3395C7D2DB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99EF77-1BE9-4FFE-BAA6-ED914C1D89D5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11952678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9C1EDEBB-C78F-A16A-36D2-91933A4895B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90" y="457200"/>
            <a:ext cx="3932236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Espace réservé pour une image  2">
            <a:extLst>
              <a:ext uri="{FF2B5EF4-FFF2-40B4-BE49-F238E27FC236}">
                <a16:creationId xmlns:a16="http://schemas.microsoft.com/office/drawing/2014/main" id="{CD00A1D2-CC3B-3902-FFC3-3414056C848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1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fr-FR"/>
          </a:p>
        </p:txBody>
      </p:sp>
      <p:sp>
        <p:nvSpPr>
          <p:cNvPr id="4" name="Espace réservé du texte 3">
            <a:extLst>
              <a:ext uri="{FF2B5EF4-FFF2-40B4-BE49-F238E27FC236}">
                <a16:creationId xmlns:a16="http://schemas.microsoft.com/office/drawing/2014/main" id="{4FE5C0B8-5962-70D0-277B-B48F2B3D2B5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90" y="2057400"/>
            <a:ext cx="3932236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A4FAA260-60CF-0F77-9CA2-6ACE27C14A6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8B9D3A-D2D5-4AEE-A52F-48ABE062B8D1}" type="datetimeFigureOut">
              <a:rPr lang="fr-FR" smtClean="0"/>
              <a:t>21/06/2024</a:t>
            </a:fld>
            <a:endParaRPr lang="fr-FR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08E881CA-9518-BB2C-D7DC-050BD22CF1F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A99E51CD-6AC9-5445-BAA0-8AA226D8856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99EF77-1BE9-4FFE-BAA6-ED914C1D89D5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47567349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035CA2B7-63AC-312A-110A-E27D3F93E3E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vertical 2">
            <a:extLst>
              <a:ext uri="{FF2B5EF4-FFF2-40B4-BE49-F238E27FC236}">
                <a16:creationId xmlns:a16="http://schemas.microsoft.com/office/drawing/2014/main" id="{DB58CDB6-C182-1BCC-20A0-4450E57286D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3EDC141D-0F72-F024-7EB0-647EC78C5EC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8B9D3A-D2D5-4AEE-A52F-48ABE062B8D1}" type="datetimeFigureOut">
              <a:rPr lang="fr-FR" smtClean="0"/>
              <a:t>21/06/2024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C2DDEB69-9259-8B38-C4D1-77E1E8395B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EF370EC3-2C17-5270-A585-E34AF3C887C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99EF77-1BE9-4FFE-BAA6-ED914C1D89D5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31589480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>
            <a:extLst>
              <a:ext uri="{FF2B5EF4-FFF2-40B4-BE49-F238E27FC236}">
                <a16:creationId xmlns:a16="http://schemas.microsoft.com/office/drawing/2014/main" id="{7BA2237D-6A8A-48EF-B6CD-013EA82C661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899" y="365125"/>
            <a:ext cx="2628900" cy="5811838"/>
          </a:xfrm>
        </p:spPr>
        <p:txBody>
          <a:bodyPr vert="eaVert"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vertical 2">
            <a:extLst>
              <a:ext uri="{FF2B5EF4-FFF2-40B4-BE49-F238E27FC236}">
                <a16:creationId xmlns:a16="http://schemas.microsoft.com/office/drawing/2014/main" id="{EAA8D0D7-606E-1763-2B35-2D1A2AA87FE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199" y="365125"/>
            <a:ext cx="7734300" cy="5811838"/>
          </a:xfrm>
        </p:spPr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5F6530CF-CBC5-3DBE-D77F-AF570C8C0E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8B9D3A-D2D5-4AEE-A52F-48ABE062B8D1}" type="datetimeFigureOut">
              <a:rPr lang="fr-FR" smtClean="0"/>
              <a:t>21/06/2024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A06E7F21-E891-9367-55E4-9E788728BD7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1F62B6DA-C964-01DC-F3E9-223DDA17FC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99EF77-1BE9-4FFE-BAA6-ED914C1D89D5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7161340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titre 1">
            <a:extLst>
              <a:ext uri="{FF2B5EF4-FFF2-40B4-BE49-F238E27FC236}">
                <a16:creationId xmlns:a16="http://schemas.microsoft.com/office/drawing/2014/main" id="{7DE1E514-C585-9C63-D164-821E87EB9FC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2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CD4DCEB6-B55A-DB7F-65B1-C01FC7C2022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2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ACC496FA-ADD7-F7CC-6F95-CA682810312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1" y="6356351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08B9D3A-D2D5-4AEE-A52F-48ABE062B8D1}" type="datetimeFigureOut">
              <a:rPr lang="fr-FR" smtClean="0"/>
              <a:t>21/06/2024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FDE5452C-D850-136B-A4A5-30AB6165C07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2" y="6356351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9AE30995-4AD1-0335-99B4-9E37896213B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1" y="6356351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B99EF77-1BE9-4FFE-BAA6-ED914C1D89D5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20520581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3" name="Groupe 122">
            <a:extLst>
              <a:ext uri="{FF2B5EF4-FFF2-40B4-BE49-F238E27FC236}">
                <a16:creationId xmlns:a16="http://schemas.microsoft.com/office/drawing/2014/main" id="{57B12465-1549-E60D-EF15-225AC96532CB}"/>
              </a:ext>
            </a:extLst>
          </p:cNvPr>
          <p:cNvGrpSpPr/>
          <p:nvPr/>
        </p:nvGrpSpPr>
        <p:grpSpPr>
          <a:xfrm>
            <a:off x="0" y="0"/>
            <a:ext cx="12192000" cy="5038344"/>
            <a:chOff x="0" y="0"/>
            <a:chExt cx="12192000" cy="5038344"/>
          </a:xfrm>
        </p:grpSpPr>
        <p:sp>
          <p:nvSpPr>
            <p:cNvPr id="4" name="Rectangle 3">
              <a:extLst>
                <a:ext uri="{FF2B5EF4-FFF2-40B4-BE49-F238E27FC236}">
                  <a16:creationId xmlns:a16="http://schemas.microsoft.com/office/drawing/2014/main" id="{F8B61F67-95FD-614E-61B4-E4787C4AE5F9}"/>
                </a:ext>
              </a:extLst>
            </p:cNvPr>
            <p:cNvSpPr/>
            <p:nvPr/>
          </p:nvSpPr>
          <p:spPr>
            <a:xfrm>
              <a:off x="128016" y="150876"/>
              <a:ext cx="1929384" cy="1175004"/>
            </a:xfrm>
            <a:prstGeom prst="rect">
              <a:avLst/>
            </a:prstGeom>
            <a:solidFill>
              <a:schemeClr val="accent6">
                <a:lumMod val="20000"/>
                <a:lumOff val="80000"/>
              </a:schemeClr>
            </a:solidFill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fr-FR" b="1" dirty="0"/>
                <a:t>LLM chat</a:t>
              </a:r>
            </a:p>
            <a:p>
              <a:pPr algn="ctr"/>
              <a:endParaRPr lang="fr-FR" sz="1400" dirty="0"/>
            </a:p>
            <a:p>
              <a:pPr algn="ctr"/>
              <a:r>
                <a:rPr lang="fr-FR" sz="1200" i="1" dirty="0" err="1">
                  <a:solidFill>
                    <a:srgbClr val="FF0000"/>
                  </a:solidFill>
                </a:rPr>
                <a:t>Describe</a:t>
              </a:r>
              <a:r>
                <a:rPr lang="fr-FR" sz="1200" i="1" dirty="0">
                  <a:solidFill>
                    <a:srgbClr val="FF0000"/>
                  </a:solidFill>
                </a:rPr>
                <a:t> world</a:t>
              </a:r>
            </a:p>
            <a:p>
              <a:pPr algn="ctr"/>
              <a:r>
                <a:rPr lang="fr-FR" sz="1200" i="1" dirty="0">
                  <a:solidFill>
                    <a:srgbClr val="FF0000"/>
                  </a:solidFill>
                </a:rPr>
                <a:t>Put documents</a:t>
              </a:r>
            </a:p>
          </p:txBody>
        </p:sp>
        <p:sp>
          <p:nvSpPr>
            <p:cNvPr id="5" name="Rectangle 4">
              <a:extLst>
                <a:ext uri="{FF2B5EF4-FFF2-40B4-BE49-F238E27FC236}">
                  <a16:creationId xmlns:a16="http://schemas.microsoft.com/office/drawing/2014/main" id="{84842E9F-3DD1-3F74-6944-D6687C50F959}"/>
                </a:ext>
              </a:extLst>
            </p:cNvPr>
            <p:cNvSpPr/>
            <p:nvPr/>
          </p:nvSpPr>
          <p:spPr>
            <a:xfrm>
              <a:off x="2615184" y="150876"/>
              <a:ext cx="1929384" cy="1175004"/>
            </a:xfrm>
            <a:prstGeom prst="rect">
              <a:avLst/>
            </a:prstGeom>
            <a:solidFill>
              <a:schemeClr val="accent6">
                <a:lumMod val="20000"/>
                <a:lumOff val="80000"/>
              </a:schemeClr>
            </a:solidFill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fr-FR" b="1" dirty="0"/>
                <a:t>LLM</a:t>
              </a:r>
              <a:endParaRPr lang="fr-FR" sz="1400" b="1" dirty="0"/>
            </a:p>
            <a:p>
              <a:pPr algn="ctr"/>
              <a:endParaRPr lang="fr-FR" sz="1200" dirty="0"/>
            </a:p>
            <a:p>
              <a:pPr algn="ctr"/>
              <a:r>
                <a:rPr lang="fr-FR" sz="1200" dirty="0" err="1"/>
                <a:t>Generate</a:t>
              </a:r>
              <a:r>
                <a:rPr lang="fr-FR" sz="1200" dirty="0"/>
                <a:t> </a:t>
              </a:r>
              <a:r>
                <a:rPr lang="fr-FR" sz="1200" dirty="0" err="1"/>
                <a:t>Azgaar</a:t>
              </a:r>
              <a:r>
                <a:rPr lang="fr-FR" sz="1200" dirty="0"/>
                <a:t> </a:t>
              </a:r>
              <a:r>
                <a:rPr lang="fr-FR" sz="1200" dirty="0" err="1"/>
                <a:t>parameters</a:t>
              </a:r>
              <a:endParaRPr lang="fr-FR" sz="1200" dirty="0"/>
            </a:p>
          </p:txBody>
        </p:sp>
        <p:cxnSp>
          <p:nvCxnSpPr>
            <p:cNvPr id="8" name="Connecteur droit avec flèche 7">
              <a:extLst>
                <a:ext uri="{FF2B5EF4-FFF2-40B4-BE49-F238E27FC236}">
                  <a16:creationId xmlns:a16="http://schemas.microsoft.com/office/drawing/2014/main" id="{0DED9471-4298-B494-0BA8-6450ACAD2144}"/>
                </a:ext>
              </a:extLst>
            </p:cNvPr>
            <p:cNvCxnSpPr>
              <a:cxnSpLocks/>
              <a:stCxn id="4" idx="3"/>
              <a:endCxn id="5" idx="1"/>
            </p:cNvCxnSpPr>
            <p:nvPr/>
          </p:nvCxnSpPr>
          <p:spPr>
            <a:xfrm>
              <a:off x="2057400" y="738378"/>
              <a:ext cx="557784" cy="0"/>
            </a:xfrm>
            <a:prstGeom prst="straightConnector1">
              <a:avLst/>
            </a:prstGeom>
            <a:ln w="38100" cap="flat" cmpd="sng" algn="ctr">
              <a:solidFill>
                <a:schemeClr val="dk1"/>
              </a:solidFill>
              <a:prstDash val="solid"/>
              <a:round/>
              <a:headEnd type="none" w="med" len="med"/>
              <a:tailEnd type="arrow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tx1"/>
            </a:fontRef>
          </p:style>
        </p:cxnSp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19E3FBDA-14DD-6AA4-940A-508EE2E6C2FA}"/>
                </a:ext>
              </a:extLst>
            </p:cNvPr>
            <p:cNvSpPr/>
            <p:nvPr/>
          </p:nvSpPr>
          <p:spPr>
            <a:xfrm>
              <a:off x="5102352" y="150876"/>
              <a:ext cx="1929384" cy="1175004"/>
            </a:xfrm>
            <a:prstGeom prst="rect">
              <a:avLst/>
            </a:prstGeom>
            <a:solidFill>
              <a:schemeClr val="accent5">
                <a:lumMod val="20000"/>
                <a:lumOff val="80000"/>
              </a:schemeClr>
            </a:solidFill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fr-FR" b="1" dirty="0" err="1"/>
                <a:t>Azgaar</a:t>
              </a:r>
              <a:endParaRPr lang="fr-FR" sz="1400" b="1" dirty="0"/>
            </a:p>
            <a:p>
              <a:pPr algn="ctr"/>
              <a:endParaRPr lang="fr-FR" sz="1400" dirty="0"/>
            </a:p>
            <a:p>
              <a:pPr algn="ctr"/>
              <a:r>
                <a:rPr lang="fr-FR" sz="1200" dirty="0" err="1"/>
                <a:t>Generate</a:t>
              </a:r>
              <a:r>
                <a:rPr lang="fr-FR" sz="1200" dirty="0"/>
                <a:t> World</a:t>
              </a:r>
            </a:p>
            <a:p>
              <a:pPr algn="ctr"/>
              <a:r>
                <a:rPr lang="fr-FR" sz="1200" i="1" dirty="0">
                  <a:solidFill>
                    <a:srgbClr val="FF0000"/>
                  </a:solidFill>
                </a:rPr>
                <a:t>Edit World</a:t>
              </a:r>
            </a:p>
          </p:txBody>
        </p:sp>
        <p:cxnSp>
          <p:nvCxnSpPr>
            <p:cNvPr id="13" name="Connecteur droit avec flèche 12">
              <a:extLst>
                <a:ext uri="{FF2B5EF4-FFF2-40B4-BE49-F238E27FC236}">
                  <a16:creationId xmlns:a16="http://schemas.microsoft.com/office/drawing/2014/main" id="{4FC5E009-4119-3650-A5DC-5EBC1266198C}"/>
                </a:ext>
              </a:extLst>
            </p:cNvPr>
            <p:cNvCxnSpPr>
              <a:cxnSpLocks/>
              <a:stCxn id="5" idx="3"/>
              <a:endCxn id="11" idx="1"/>
            </p:cNvCxnSpPr>
            <p:nvPr/>
          </p:nvCxnSpPr>
          <p:spPr>
            <a:xfrm>
              <a:off x="4544568" y="738378"/>
              <a:ext cx="557784" cy="0"/>
            </a:xfrm>
            <a:prstGeom prst="straightConnector1">
              <a:avLst/>
            </a:prstGeom>
            <a:ln w="38100" cap="flat" cmpd="sng" algn="ctr">
              <a:solidFill>
                <a:schemeClr val="dk1"/>
              </a:solidFill>
              <a:prstDash val="solid"/>
              <a:round/>
              <a:headEnd type="none" w="med" len="med"/>
              <a:tailEnd type="arrow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tx1"/>
            </a:fontRef>
          </p:style>
        </p:cxnSp>
        <p:cxnSp>
          <p:nvCxnSpPr>
            <p:cNvPr id="18" name="Connecteur droit avec flèche 17">
              <a:extLst>
                <a:ext uri="{FF2B5EF4-FFF2-40B4-BE49-F238E27FC236}">
                  <a16:creationId xmlns:a16="http://schemas.microsoft.com/office/drawing/2014/main" id="{CD70EAD7-36B1-383D-53DB-79555BCD1EC0}"/>
                </a:ext>
              </a:extLst>
            </p:cNvPr>
            <p:cNvCxnSpPr>
              <a:cxnSpLocks/>
              <a:stCxn id="11" idx="2"/>
              <a:endCxn id="24" idx="0"/>
            </p:cNvCxnSpPr>
            <p:nvPr/>
          </p:nvCxnSpPr>
          <p:spPr>
            <a:xfrm>
              <a:off x="6067044" y="1325880"/>
              <a:ext cx="0" cy="449580"/>
            </a:xfrm>
            <a:prstGeom prst="straightConnector1">
              <a:avLst/>
            </a:prstGeom>
            <a:ln w="38100" cap="flat" cmpd="sng" algn="ctr">
              <a:solidFill>
                <a:schemeClr val="dk1"/>
              </a:solidFill>
              <a:prstDash val="solid"/>
              <a:round/>
              <a:headEnd type="none" w="med" len="med"/>
              <a:tailEnd type="arrow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tx1"/>
            </a:fontRef>
          </p:style>
        </p:cxnSp>
        <p:cxnSp>
          <p:nvCxnSpPr>
            <p:cNvPr id="20" name="Connecteur droit avec flèche 19">
              <a:extLst>
                <a:ext uri="{FF2B5EF4-FFF2-40B4-BE49-F238E27FC236}">
                  <a16:creationId xmlns:a16="http://schemas.microsoft.com/office/drawing/2014/main" id="{51141ADB-E231-C2EE-2178-16972B75BC2B}"/>
                </a:ext>
              </a:extLst>
            </p:cNvPr>
            <p:cNvCxnSpPr>
              <a:cxnSpLocks/>
              <a:stCxn id="24" idx="3"/>
              <a:endCxn id="27" idx="1"/>
            </p:cNvCxnSpPr>
            <p:nvPr/>
          </p:nvCxnSpPr>
          <p:spPr>
            <a:xfrm>
              <a:off x="7031736" y="2362962"/>
              <a:ext cx="557784" cy="0"/>
            </a:xfrm>
            <a:prstGeom prst="straightConnector1">
              <a:avLst/>
            </a:prstGeom>
            <a:ln w="38100" cap="flat" cmpd="sng" algn="ctr">
              <a:solidFill>
                <a:schemeClr val="dk1"/>
              </a:solidFill>
              <a:prstDash val="solid"/>
              <a:round/>
              <a:headEnd type="none" w="med" len="med"/>
              <a:tailEnd type="arrow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tx1"/>
            </a:fontRef>
          </p:style>
        </p:cxnSp>
        <p:sp>
          <p:nvSpPr>
            <p:cNvPr id="21" name="Rectangle 20">
              <a:extLst>
                <a:ext uri="{FF2B5EF4-FFF2-40B4-BE49-F238E27FC236}">
                  <a16:creationId xmlns:a16="http://schemas.microsoft.com/office/drawing/2014/main" id="{459500CC-63B9-FBC4-57AE-45FB64381D59}"/>
                </a:ext>
              </a:extLst>
            </p:cNvPr>
            <p:cNvSpPr/>
            <p:nvPr/>
          </p:nvSpPr>
          <p:spPr>
            <a:xfrm>
              <a:off x="2615184" y="1775460"/>
              <a:ext cx="1929384" cy="1175004"/>
            </a:xfrm>
            <a:prstGeom prst="rect">
              <a:avLst/>
            </a:prstGeom>
            <a:solidFill>
              <a:schemeClr val="accent6">
                <a:lumMod val="20000"/>
                <a:lumOff val="80000"/>
              </a:schemeClr>
            </a:solidFill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fr-FR" b="1" dirty="0"/>
                <a:t>LLM</a:t>
              </a:r>
              <a:endParaRPr lang="fr-FR" sz="1400" b="1" dirty="0"/>
            </a:p>
            <a:p>
              <a:pPr algn="ctr"/>
              <a:endParaRPr lang="fr-FR" sz="1400" dirty="0"/>
            </a:p>
            <a:p>
              <a:pPr algn="ctr"/>
              <a:r>
                <a:rPr lang="fr-FR" sz="1200" dirty="0" err="1"/>
                <a:t>Generate</a:t>
              </a:r>
              <a:r>
                <a:rPr lang="fr-FR" sz="1200" dirty="0"/>
                <a:t> </a:t>
              </a:r>
              <a:r>
                <a:rPr lang="fr-FR" sz="1200" dirty="0" err="1"/>
                <a:t>chronology</a:t>
              </a:r>
              <a:endParaRPr lang="fr-FR" sz="1200" dirty="0"/>
            </a:p>
            <a:p>
              <a:pPr algn="ctr"/>
              <a:r>
                <a:rPr lang="fr-FR" sz="1200" dirty="0" err="1"/>
                <a:t>Generate</a:t>
              </a:r>
              <a:r>
                <a:rPr lang="fr-FR" sz="1200" dirty="0"/>
                <a:t> world </a:t>
              </a:r>
              <a:r>
                <a:rPr lang="fr-FR" sz="1200" dirty="0" err="1"/>
                <a:t>scale</a:t>
              </a:r>
              <a:r>
                <a:rPr lang="fr-FR" sz="1200" dirty="0"/>
                <a:t> plots</a:t>
              </a:r>
            </a:p>
            <a:p>
              <a:pPr algn="ctr"/>
              <a:r>
                <a:rPr lang="fr-FR" sz="1200" dirty="0" err="1"/>
                <a:t>Generate</a:t>
              </a:r>
              <a:r>
                <a:rPr lang="fr-FR" sz="1200" dirty="0"/>
                <a:t> </a:t>
              </a:r>
              <a:r>
                <a:rPr lang="fr-FR" sz="1200" dirty="0" err="1"/>
                <a:t>economy</a:t>
              </a:r>
              <a:endParaRPr lang="fr-FR" sz="1200" dirty="0"/>
            </a:p>
          </p:txBody>
        </p:sp>
        <p:sp>
          <p:nvSpPr>
            <p:cNvPr id="24" name="Rectangle 23">
              <a:extLst>
                <a:ext uri="{FF2B5EF4-FFF2-40B4-BE49-F238E27FC236}">
                  <a16:creationId xmlns:a16="http://schemas.microsoft.com/office/drawing/2014/main" id="{EC6AF817-C0BA-3FF6-5921-60FA5C3BD960}"/>
                </a:ext>
              </a:extLst>
            </p:cNvPr>
            <p:cNvSpPr/>
            <p:nvPr/>
          </p:nvSpPr>
          <p:spPr>
            <a:xfrm>
              <a:off x="5102352" y="1775460"/>
              <a:ext cx="1929384" cy="1175004"/>
            </a:xfrm>
            <a:prstGeom prst="rect">
              <a:avLst/>
            </a:prstGeom>
            <a:solidFill>
              <a:schemeClr val="accent4">
                <a:lumMod val="20000"/>
                <a:lumOff val="80000"/>
              </a:schemeClr>
            </a:solidFill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fr-FR" b="1" dirty="0" err="1"/>
                <a:t>Watabou</a:t>
              </a:r>
              <a:endParaRPr lang="fr-FR" sz="1400" b="1" dirty="0"/>
            </a:p>
            <a:p>
              <a:pPr algn="ctr"/>
              <a:endParaRPr lang="fr-FR" sz="1400" dirty="0"/>
            </a:p>
            <a:p>
              <a:pPr algn="ctr"/>
              <a:r>
                <a:rPr lang="fr-FR" sz="1200" dirty="0" err="1"/>
                <a:t>Generate</a:t>
              </a:r>
              <a:r>
                <a:rPr lang="fr-FR" sz="1200" dirty="0"/>
                <a:t> Cities, </a:t>
              </a:r>
              <a:r>
                <a:rPr lang="fr-FR" sz="1200" dirty="0" err="1"/>
                <a:t>Towns</a:t>
              </a:r>
              <a:r>
                <a:rPr lang="fr-FR" sz="1200" dirty="0"/>
                <a:t>, Buildings</a:t>
              </a:r>
              <a:endParaRPr lang="fr-FR" sz="1200" i="1" dirty="0">
                <a:solidFill>
                  <a:srgbClr val="FF0000"/>
                </a:solidFill>
              </a:endParaRPr>
            </a:p>
          </p:txBody>
        </p:sp>
        <p:sp>
          <p:nvSpPr>
            <p:cNvPr id="27" name="Rectangle 26">
              <a:extLst>
                <a:ext uri="{FF2B5EF4-FFF2-40B4-BE49-F238E27FC236}">
                  <a16:creationId xmlns:a16="http://schemas.microsoft.com/office/drawing/2014/main" id="{E3093249-4968-AC37-04C6-505AEB9A3770}"/>
                </a:ext>
              </a:extLst>
            </p:cNvPr>
            <p:cNvSpPr/>
            <p:nvPr/>
          </p:nvSpPr>
          <p:spPr>
            <a:xfrm>
              <a:off x="7589520" y="1775460"/>
              <a:ext cx="1929384" cy="1175004"/>
            </a:xfrm>
            <a:prstGeom prst="rect">
              <a:avLst/>
            </a:prstGeom>
            <a:solidFill>
              <a:schemeClr val="accent6">
                <a:lumMod val="20000"/>
                <a:lumOff val="80000"/>
              </a:schemeClr>
            </a:solidFill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fr-FR" b="1" dirty="0"/>
                <a:t>LLM</a:t>
              </a:r>
            </a:p>
            <a:p>
              <a:pPr algn="ctr"/>
              <a:endParaRPr lang="fr-FR" sz="1400" b="1" dirty="0"/>
            </a:p>
            <a:p>
              <a:pPr algn="ctr"/>
              <a:r>
                <a:rPr lang="fr-FR" sz="1200" dirty="0" err="1"/>
                <a:t>Generate</a:t>
              </a:r>
              <a:r>
                <a:rPr lang="fr-FR" sz="1200" dirty="0"/>
                <a:t> </a:t>
              </a:r>
              <a:r>
                <a:rPr lang="fr-FR" sz="1200" dirty="0" err="1"/>
                <a:t>towns</a:t>
              </a:r>
              <a:r>
                <a:rPr lang="fr-FR" sz="1200" dirty="0"/>
                <a:t> </a:t>
              </a:r>
              <a:r>
                <a:rPr lang="fr-FR" sz="1200" dirty="0" err="1"/>
                <a:t>desc</a:t>
              </a:r>
              <a:r>
                <a:rPr lang="fr-FR" sz="1200" dirty="0"/>
                <a:t>, </a:t>
              </a:r>
              <a:r>
                <a:rPr lang="fr-FR" sz="1200" dirty="0" err="1"/>
                <a:t>resources</a:t>
              </a:r>
              <a:r>
                <a:rPr lang="fr-FR" sz="1200" dirty="0"/>
                <a:t>, </a:t>
              </a:r>
              <a:r>
                <a:rPr lang="fr-FR" sz="1200" dirty="0" err="1"/>
                <a:t>history</a:t>
              </a:r>
              <a:endParaRPr lang="fr-FR" sz="1200" dirty="0"/>
            </a:p>
            <a:p>
              <a:pPr algn="ctr"/>
              <a:r>
                <a:rPr lang="fr-FR" sz="1200" dirty="0" err="1"/>
                <a:t>Generate</a:t>
              </a:r>
              <a:r>
                <a:rPr lang="fr-FR" sz="1200" dirty="0"/>
                <a:t> </a:t>
              </a:r>
              <a:r>
                <a:rPr lang="fr-FR" sz="1200" dirty="0" err="1"/>
                <a:t>town-scale</a:t>
              </a:r>
              <a:r>
                <a:rPr lang="fr-FR" sz="1200" dirty="0"/>
                <a:t> plots</a:t>
              </a:r>
            </a:p>
          </p:txBody>
        </p:sp>
        <p:sp>
          <p:nvSpPr>
            <p:cNvPr id="32" name="Rectangle 31">
              <a:extLst>
                <a:ext uri="{FF2B5EF4-FFF2-40B4-BE49-F238E27FC236}">
                  <a16:creationId xmlns:a16="http://schemas.microsoft.com/office/drawing/2014/main" id="{CEF813FB-1205-5FD2-73B2-3F92A6DCC1AB}"/>
                </a:ext>
              </a:extLst>
            </p:cNvPr>
            <p:cNvSpPr/>
            <p:nvPr/>
          </p:nvSpPr>
          <p:spPr>
            <a:xfrm>
              <a:off x="7589520" y="150876"/>
              <a:ext cx="1929384" cy="1175004"/>
            </a:xfrm>
            <a:prstGeom prst="rect">
              <a:avLst/>
            </a:prstGeom>
            <a:solidFill>
              <a:schemeClr val="accent2">
                <a:lumMod val="20000"/>
                <a:lumOff val="80000"/>
              </a:schemeClr>
            </a:solidFill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fr-FR" b="1" dirty="0" err="1"/>
                <a:t>Procedur</a:t>
              </a:r>
              <a:r>
                <a:rPr lang="fr-FR" b="1" dirty="0"/>
                <a:t>-all</a:t>
              </a:r>
              <a:endParaRPr lang="fr-FR" sz="1400" b="1" dirty="0"/>
            </a:p>
            <a:p>
              <a:pPr algn="ctr"/>
              <a:endParaRPr lang="fr-FR" sz="1400" dirty="0"/>
            </a:p>
            <a:p>
              <a:pPr algn="ctr"/>
              <a:r>
                <a:rPr lang="fr-FR" sz="1200" dirty="0" err="1"/>
                <a:t>Generate</a:t>
              </a:r>
              <a:r>
                <a:rPr lang="fr-FR" sz="1200" dirty="0"/>
                <a:t> </a:t>
              </a:r>
              <a:r>
                <a:rPr lang="fr-FR" sz="1200" dirty="0" err="1"/>
                <a:t>genealogies</a:t>
              </a:r>
              <a:r>
                <a:rPr lang="fr-FR" sz="1200" dirty="0"/>
                <a:t>, </a:t>
              </a:r>
              <a:r>
                <a:rPr lang="fr-FR" sz="1200" dirty="0" err="1"/>
                <a:t>names</a:t>
              </a:r>
              <a:endParaRPr lang="fr-FR" sz="1200" dirty="0"/>
            </a:p>
          </p:txBody>
        </p:sp>
        <p:cxnSp>
          <p:nvCxnSpPr>
            <p:cNvPr id="33" name="Connecteur droit avec flèche 32">
              <a:extLst>
                <a:ext uri="{FF2B5EF4-FFF2-40B4-BE49-F238E27FC236}">
                  <a16:creationId xmlns:a16="http://schemas.microsoft.com/office/drawing/2014/main" id="{A6DB8C0B-1E8F-D8B7-3DFE-244999ED2790}"/>
                </a:ext>
              </a:extLst>
            </p:cNvPr>
            <p:cNvCxnSpPr>
              <a:cxnSpLocks/>
              <a:stCxn id="11" idx="3"/>
              <a:endCxn id="32" idx="1"/>
            </p:cNvCxnSpPr>
            <p:nvPr/>
          </p:nvCxnSpPr>
          <p:spPr>
            <a:xfrm>
              <a:off x="7031736" y="738378"/>
              <a:ext cx="557784" cy="0"/>
            </a:xfrm>
            <a:prstGeom prst="straightConnector1">
              <a:avLst/>
            </a:prstGeom>
            <a:ln w="38100" cap="flat" cmpd="sng" algn="ctr">
              <a:solidFill>
                <a:schemeClr val="dk1"/>
              </a:solidFill>
              <a:prstDash val="solid"/>
              <a:round/>
              <a:headEnd type="none" w="med" len="med"/>
              <a:tailEnd type="arrow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tx1"/>
            </a:fontRef>
          </p:style>
        </p:cxnSp>
        <p:sp>
          <p:nvSpPr>
            <p:cNvPr id="37" name="Rectangle 36">
              <a:extLst>
                <a:ext uri="{FF2B5EF4-FFF2-40B4-BE49-F238E27FC236}">
                  <a16:creationId xmlns:a16="http://schemas.microsoft.com/office/drawing/2014/main" id="{3F1D9AFA-89DC-8512-1FF4-993FC1713425}"/>
                </a:ext>
              </a:extLst>
            </p:cNvPr>
            <p:cNvSpPr/>
            <p:nvPr/>
          </p:nvSpPr>
          <p:spPr>
            <a:xfrm>
              <a:off x="10076688" y="1769109"/>
              <a:ext cx="1929384" cy="1175004"/>
            </a:xfrm>
            <a:prstGeom prst="rect">
              <a:avLst/>
            </a:prstGeom>
            <a:solidFill>
              <a:schemeClr val="accent2">
                <a:lumMod val="20000"/>
                <a:lumOff val="80000"/>
              </a:schemeClr>
            </a:solidFill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fr-FR" b="1" dirty="0" err="1"/>
                <a:t>Procedur</a:t>
              </a:r>
              <a:r>
                <a:rPr lang="fr-FR" b="1" dirty="0"/>
                <a:t>-all</a:t>
              </a:r>
              <a:endParaRPr lang="fr-FR" sz="1400" b="1" dirty="0"/>
            </a:p>
            <a:p>
              <a:pPr algn="ctr"/>
              <a:endParaRPr lang="fr-FR" sz="1400" dirty="0"/>
            </a:p>
            <a:p>
              <a:pPr algn="ctr"/>
              <a:r>
                <a:rPr lang="fr-FR" sz="1200" dirty="0" err="1"/>
                <a:t>Distribute</a:t>
              </a:r>
              <a:r>
                <a:rPr lang="fr-FR" sz="1200" dirty="0"/>
                <a:t> people</a:t>
              </a:r>
            </a:p>
            <a:p>
              <a:pPr algn="ctr"/>
              <a:r>
                <a:rPr lang="fr-FR" sz="1200" dirty="0" err="1"/>
                <a:t>Construct</a:t>
              </a:r>
              <a:r>
                <a:rPr lang="fr-FR" sz="1200" dirty="0"/>
                <a:t> relations graphs</a:t>
              </a:r>
            </a:p>
          </p:txBody>
        </p:sp>
        <p:cxnSp>
          <p:nvCxnSpPr>
            <p:cNvPr id="42" name="Connecteur : en angle 41">
              <a:extLst>
                <a:ext uri="{FF2B5EF4-FFF2-40B4-BE49-F238E27FC236}">
                  <a16:creationId xmlns:a16="http://schemas.microsoft.com/office/drawing/2014/main" id="{FE7D29E7-54F9-98A7-9A07-D6BD2520A9F5}"/>
                </a:ext>
              </a:extLst>
            </p:cNvPr>
            <p:cNvCxnSpPr>
              <a:cxnSpLocks/>
              <a:stCxn id="32" idx="3"/>
              <a:endCxn id="37" idx="0"/>
            </p:cNvCxnSpPr>
            <p:nvPr/>
          </p:nvCxnSpPr>
          <p:spPr>
            <a:xfrm>
              <a:off x="9518904" y="738378"/>
              <a:ext cx="1522476" cy="1030731"/>
            </a:xfrm>
            <a:prstGeom prst="bentConnector2">
              <a:avLst/>
            </a:prstGeom>
            <a:ln w="38100" cap="flat" cmpd="sng" algn="ctr">
              <a:solidFill>
                <a:schemeClr val="dk1"/>
              </a:solidFill>
              <a:prstDash val="solid"/>
              <a:round/>
              <a:headEnd type="none" w="med" len="med"/>
              <a:tailEnd type="arrow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tx1"/>
            </a:fontRef>
          </p:style>
        </p:cxnSp>
        <p:cxnSp>
          <p:nvCxnSpPr>
            <p:cNvPr id="56" name="Connecteur : en angle 55">
              <a:extLst>
                <a:ext uri="{FF2B5EF4-FFF2-40B4-BE49-F238E27FC236}">
                  <a16:creationId xmlns:a16="http://schemas.microsoft.com/office/drawing/2014/main" id="{6FA2E546-4650-05EF-3052-3317A8183C5D}"/>
                </a:ext>
              </a:extLst>
            </p:cNvPr>
            <p:cNvCxnSpPr>
              <a:cxnSpLocks/>
              <a:stCxn id="21" idx="2"/>
              <a:endCxn id="27" idx="2"/>
            </p:cNvCxnSpPr>
            <p:nvPr/>
          </p:nvCxnSpPr>
          <p:spPr>
            <a:xfrm rot="16200000" flipH="1">
              <a:off x="6067044" y="463296"/>
              <a:ext cx="12700" cy="4974336"/>
            </a:xfrm>
            <a:prstGeom prst="bentConnector3">
              <a:avLst>
                <a:gd name="adj1" fmla="val 1800000"/>
              </a:avLst>
            </a:prstGeom>
            <a:ln w="38100" cap="flat" cmpd="sng" algn="ctr">
              <a:solidFill>
                <a:schemeClr val="dk1"/>
              </a:solidFill>
              <a:prstDash val="solid"/>
              <a:round/>
              <a:headEnd type="none" w="med" len="med"/>
              <a:tailEnd type="arrow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tx1"/>
            </a:fontRef>
          </p:style>
        </p:cxnSp>
        <p:cxnSp>
          <p:nvCxnSpPr>
            <p:cNvPr id="67" name="Connecteur : en angle 66">
              <a:extLst>
                <a:ext uri="{FF2B5EF4-FFF2-40B4-BE49-F238E27FC236}">
                  <a16:creationId xmlns:a16="http://schemas.microsoft.com/office/drawing/2014/main" id="{AE880CEB-AA7C-E13E-1E13-93EA99D465A9}"/>
                </a:ext>
              </a:extLst>
            </p:cNvPr>
            <p:cNvCxnSpPr>
              <a:cxnSpLocks/>
              <a:stCxn id="11" idx="2"/>
              <a:endCxn id="21" idx="0"/>
            </p:cNvCxnSpPr>
            <p:nvPr/>
          </p:nvCxnSpPr>
          <p:spPr>
            <a:xfrm rot="5400000">
              <a:off x="4598670" y="307086"/>
              <a:ext cx="449580" cy="2487168"/>
            </a:xfrm>
            <a:prstGeom prst="bentConnector3">
              <a:avLst>
                <a:gd name="adj1" fmla="val 50000"/>
              </a:avLst>
            </a:prstGeom>
            <a:ln w="38100" cap="flat" cmpd="sng" algn="ctr">
              <a:solidFill>
                <a:schemeClr val="dk1"/>
              </a:solidFill>
              <a:prstDash val="solid"/>
              <a:round/>
              <a:headEnd type="none" w="med" len="med"/>
              <a:tailEnd type="arrow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tx1"/>
            </a:fontRef>
          </p:style>
        </p:cxnSp>
        <p:sp>
          <p:nvSpPr>
            <p:cNvPr id="76" name="Rectangle 75">
              <a:extLst>
                <a:ext uri="{FF2B5EF4-FFF2-40B4-BE49-F238E27FC236}">
                  <a16:creationId xmlns:a16="http://schemas.microsoft.com/office/drawing/2014/main" id="{D82B613F-DB7D-ABB1-1880-D0F0185A04BC}"/>
                </a:ext>
              </a:extLst>
            </p:cNvPr>
            <p:cNvSpPr/>
            <p:nvPr/>
          </p:nvSpPr>
          <p:spPr>
            <a:xfrm>
              <a:off x="10076688" y="3674364"/>
              <a:ext cx="1929384" cy="1175004"/>
            </a:xfrm>
            <a:prstGeom prst="rect">
              <a:avLst/>
            </a:prstGeom>
            <a:solidFill>
              <a:schemeClr val="accent6">
                <a:lumMod val="20000"/>
                <a:lumOff val="80000"/>
              </a:schemeClr>
            </a:solidFill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fr-FR" b="1" dirty="0"/>
                <a:t>LLM</a:t>
              </a:r>
            </a:p>
            <a:p>
              <a:pPr algn="ctr"/>
              <a:endParaRPr lang="fr-FR" sz="1400" b="1" dirty="0"/>
            </a:p>
            <a:p>
              <a:pPr algn="ctr"/>
              <a:r>
                <a:rPr lang="fr-FR" sz="1200" dirty="0" err="1"/>
                <a:t>Generate</a:t>
              </a:r>
              <a:r>
                <a:rPr lang="fr-FR" sz="1200" dirty="0"/>
                <a:t> key </a:t>
              </a:r>
              <a:r>
                <a:rPr lang="fr-FR" sz="1200" dirty="0" err="1"/>
                <a:t>characters</a:t>
              </a:r>
              <a:endParaRPr lang="fr-FR" sz="1200" dirty="0"/>
            </a:p>
            <a:p>
              <a:pPr algn="ctr"/>
              <a:r>
                <a:rPr lang="fr-FR" sz="1200" dirty="0"/>
                <a:t>Update plots and locations </a:t>
              </a:r>
              <a:r>
                <a:rPr lang="fr-FR" sz="1200" dirty="0" err="1"/>
                <a:t>with</a:t>
              </a:r>
              <a:r>
                <a:rPr lang="fr-FR" sz="1200" dirty="0"/>
                <a:t> key </a:t>
              </a:r>
              <a:r>
                <a:rPr lang="fr-FR" sz="1200" dirty="0" err="1"/>
                <a:t>characters</a:t>
              </a:r>
              <a:endParaRPr lang="fr-FR" sz="1200" dirty="0"/>
            </a:p>
          </p:txBody>
        </p:sp>
        <p:cxnSp>
          <p:nvCxnSpPr>
            <p:cNvPr id="77" name="Connecteur droit avec flèche 76">
              <a:extLst>
                <a:ext uri="{FF2B5EF4-FFF2-40B4-BE49-F238E27FC236}">
                  <a16:creationId xmlns:a16="http://schemas.microsoft.com/office/drawing/2014/main" id="{FCA2D647-E6A5-D3A1-9163-7F45C8B5DBF6}"/>
                </a:ext>
              </a:extLst>
            </p:cNvPr>
            <p:cNvCxnSpPr>
              <a:cxnSpLocks/>
              <a:stCxn id="37" idx="2"/>
              <a:endCxn id="76" idx="0"/>
            </p:cNvCxnSpPr>
            <p:nvPr/>
          </p:nvCxnSpPr>
          <p:spPr>
            <a:xfrm>
              <a:off x="11041380" y="2944113"/>
              <a:ext cx="0" cy="730251"/>
            </a:xfrm>
            <a:prstGeom prst="straightConnector1">
              <a:avLst/>
            </a:prstGeom>
            <a:ln w="38100" cap="flat" cmpd="sng" algn="ctr">
              <a:solidFill>
                <a:schemeClr val="dk1"/>
              </a:solidFill>
              <a:prstDash val="solid"/>
              <a:round/>
              <a:headEnd type="none" w="med" len="med"/>
              <a:tailEnd type="arrow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tx1"/>
            </a:fontRef>
          </p:style>
        </p:cxnSp>
        <p:sp>
          <p:nvSpPr>
            <p:cNvPr id="82" name="Rectangle 81">
              <a:extLst>
                <a:ext uri="{FF2B5EF4-FFF2-40B4-BE49-F238E27FC236}">
                  <a16:creationId xmlns:a16="http://schemas.microsoft.com/office/drawing/2014/main" id="{69C18C60-A236-4212-3ADB-173FDE9EDE37}"/>
                </a:ext>
              </a:extLst>
            </p:cNvPr>
            <p:cNvSpPr/>
            <p:nvPr/>
          </p:nvSpPr>
          <p:spPr>
            <a:xfrm>
              <a:off x="7589520" y="3674364"/>
              <a:ext cx="1929384" cy="1175004"/>
            </a:xfrm>
            <a:prstGeom prst="rect">
              <a:avLst/>
            </a:prstGeom>
            <a:solidFill>
              <a:schemeClr val="accent6">
                <a:lumMod val="20000"/>
                <a:lumOff val="80000"/>
              </a:schemeClr>
            </a:solidFill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fr-FR" b="1" dirty="0"/>
                <a:t>LLM</a:t>
              </a:r>
            </a:p>
            <a:p>
              <a:pPr algn="ctr"/>
              <a:endParaRPr lang="fr-FR" sz="1400" b="1" dirty="0"/>
            </a:p>
            <a:p>
              <a:pPr algn="ctr"/>
              <a:r>
                <a:rPr lang="fr-FR" sz="1200" dirty="0" err="1"/>
                <a:t>Generate</a:t>
              </a:r>
              <a:r>
                <a:rPr lang="fr-FR" sz="1200" dirty="0"/>
                <a:t> people and key </a:t>
              </a:r>
              <a:r>
                <a:rPr lang="fr-FR" sz="1200" dirty="0" err="1"/>
                <a:t>characters</a:t>
              </a:r>
              <a:r>
                <a:rPr lang="fr-FR" sz="1200" dirty="0"/>
                <a:t> description</a:t>
              </a:r>
            </a:p>
          </p:txBody>
        </p:sp>
        <p:cxnSp>
          <p:nvCxnSpPr>
            <p:cNvPr id="83" name="Connecteur droit avec flèche 82">
              <a:extLst>
                <a:ext uri="{FF2B5EF4-FFF2-40B4-BE49-F238E27FC236}">
                  <a16:creationId xmlns:a16="http://schemas.microsoft.com/office/drawing/2014/main" id="{0067D1AA-F9E4-BD00-E499-A70E8163E70F}"/>
                </a:ext>
              </a:extLst>
            </p:cNvPr>
            <p:cNvCxnSpPr>
              <a:cxnSpLocks/>
              <a:stCxn id="76" idx="1"/>
              <a:endCxn id="82" idx="3"/>
            </p:cNvCxnSpPr>
            <p:nvPr/>
          </p:nvCxnSpPr>
          <p:spPr>
            <a:xfrm flipH="1">
              <a:off x="9518904" y="4261866"/>
              <a:ext cx="557784" cy="0"/>
            </a:xfrm>
            <a:prstGeom prst="straightConnector1">
              <a:avLst/>
            </a:prstGeom>
            <a:ln w="38100" cap="flat" cmpd="sng" algn="ctr">
              <a:solidFill>
                <a:schemeClr val="dk1"/>
              </a:solidFill>
              <a:prstDash val="solid"/>
              <a:round/>
              <a:headEnd type="none" w="med" len="med"/>
              <a:tailEnd type="arrow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tx1"/>
            </a:fontRef>
          </p:style>
        </p:cxnSp>
        <p:cxnSp>
          <p:nvCxnSpPr>
            <p:cNvPr id="86" name="Connecteur : en angle 85">
              <a:extLst>
                <a:ext uri="{FF2B5EF4-FFF2-40B4-BE49-F238E27FC236}">
                  <a16:creationId xmlns:a16="http://schemas.microsoft.com/office/drawing/2014/main" id="{F8D88039-F719-D060-5F00-4C2A7304FD8A}"/>
                </a:ext>
              </a:extLst>
            </p:cNvPr>
            <p:cNvCxnSpPr>
              <a:cxnSpLocks/>
              <a:stCxn id="27" idx="0"/>
              <a:endCxn id="37" idx="0"/>
            </p:cNvCxnSpPr>
            <p:nvPr/>
          </p:nvCxnSpPr>
          <p:spPr>
            <a:xfrm rot="5400000" flipH="1" flipV="1">
              <a:off x="9794621" y="528701"/>
              <a:ext cx="6351" cy="2487168"/>
            </a:xfrm>
            <a:prstGeom prst="bentConnector3">
              <a:avLst>
                <a:gd name="adj1" fmla="val 3699433"/>
              </a:avLst>
            </a:prstGeom>
            <a:ln w="38100" cap="flat" cmpd="sng" algn="ctr">
              <a:solidFill>
                <a:schemeClr val="dk1"/>
              </a:solidFill>
              <a:prstDash val="solid"/>
              <a:round/>
              <a:headEnd type="none" w="med" len="med"/>
              <a:tailEnd type="arrow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tx1"/>
            </a:fontRef>
          </p:style>
        </p:cxnSp>
        <p:sp>
          <p:nvSpPr>
            <p:cNvPr id="90" name="Rectangle 89">
              <a:extLst>
                <a:ext uri="{FF2B5EF4-FFF2-40B4-BE49-F238E27FC236}">
                  <a16:creationId xmlns:a16="http://schemas.microsoft.com/office/drawing/2014/main" id="{D7C80037-42E6-BE57-20C0-472F3937A8B1}"/>
                </a:ext>
              </a:extLst>
            </p:cNvPr>
            <p:cNvSpPr/>
            <p:nvPr/>
          </p:nvSpPr>
          <p:spPr>
            <a:xfrm>
              <a:off x="5102352" y="3674364"/>
              <a:ext cx="1929384" cy="1175004"/>
            </a:xfrm>
            <a:prstGeom prst="rect">
              <a:avLst/>
            </a:prstGeom>
            <a:solidFill>
              <a:schemeClr val="accent3">
                <a:lumMod val="20000"/>
                <a:lumOff val="80000"/>
              </a:schemeClr>
            </a:solidFill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fr-FR" b="1" dirty="0"/>
                <a:t>SD</a:t>
              </a:r>
              <a:endParaRPr lang="fr-FR" sz="1400" b="1" dirty="0"/>
            </a:p>
            <a:p>
              <a:pPr algn="ctr"/>
              <a:endParaRPr lang="fr-FR" sz="1200" dirty="0"/>
            </a:p>
            <a:p>
              <a:pPr algn="ctr"/>
              <a:r>
                <a:rPr lang="fr-FR" sz="1200" dirty="0" err="1"/>
                <a:t>Generate</a:t>
              </a:r>
              <a:r>
                <a:rPr lang="fr-FR" sz="1200" dirty="0"/>
                <a:t> </a:t>
              </a:r>
              <a:r>
                <a:rPr lang="fr-FR" sz="1200" dirty="0" err="1"/>
                <a:t>characters</a:t>
              </a:r>
              <a:r>
                <a:rPr lang="fr-FR" sz="1200" dirty="0"/>
                <a:t> </a:t>
              </a:r>
              <a:r>
                <a:rPr lang="fr-FR" sz="1200" dirty="0" err="1"/>
                <a:t>views</a:t>
              </a:r>
              <a:endParaRPr lang="fr-FR" sz="1200" dirty="0"/>
            </a:p>
          </p:txBody>
        </p:sp>
        <p:cxnSp>
          <p:nvCxnSpPr>
            <p:cNvPr id="91" name="Connecteur droit avec flèche 90">
              <a:extLst>
                <a:ext uri="{FF2B5EF4-FFF2-40B4-BE49-F238E27FC236}">
                  <a16:creationId xmlns:a16="http://schemas.microsoft.com/office/drawing/2014/main" id="{61021FED-654C-81C2-5785-E92CA5832AE9}"/>
                </a:ext>
              </a:extLst>
            </p:cNvPr>
            <p:cNvCxnSpPr>
              <a:cxnSpLocks/>
              <a:stCxn id="82" idx="1"/>
              <a:endCxn id="90" idx="3"/>
            </p:cNvCxnSpPr>
            <p:nvPr/>
          </p:nvCxnSpPr>
          <p:spPr>
            <a:xfrm flipH="1">
              <a:off x="7031736" y="4261866"/>
              <a:ext cx="557784" cy="0"/>
            </a:xfrm>
            <a:prstGeom prst="straightConnector1">
              <a:avLst/>
            </a:prstGeom>
            <a:ln w="38100" cap="flat" cmpd="sng" algn="ctr">
              <a:solidFill>
                <a:schemeClr val="dk1"/>
              </a:solidFill>
              <a:prstDash val="solid"/>
              <a:round/>
              <a:headEnd type="none" w="med" len="med"/>
              <a:tailEnd type="arrow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tx1"/>
            </a:fontRef>
          </p:style>
        </p:cxnSp>
        <p:cxnSp>
          <p:nvCxnSpPr>
            <p:cNvPr id="94" name="Connecteur : en angle 93">
              <a:extLst>
                <a:ext uri="{FF2B5EF4-FFF2-40B4-BE49-F238E27FC236}">
                  <a16:creationId xmlns:a16="http://schemas.microsoft.com/office/drawing/2014/main" id="{58F0612F-5B2C-5F6B-805F-36F94DA8AB8A}"/>
                </a:ext>
              </a:extLst>
            </p:cNvPr>
            <p:cNvCxnSpPr>
              <a:cxnSpLocks/>
              <a:stCxn id="27" idx="3"/>
              <a:endCxn id="98" idx="0"/>
            </p:cNvCxnSpPr>
            <p:nvPr/>
          </p:nvCxnSpPr>
          <p:spPr>
            <a:xfrm flipH="1">
              <a:off x="3579876" y="2362962"/>
              <a:ext cx="5939028" cy="1311402"/>
            </a:xfrm>
            <a:prstGeom prst="bentConnector4">
              <a:avLst>
                <a:gd name="adj1" fmla="val -3849"/>
                <a:gd name="adj2" fmla="val 75886"/>
              </a:avLst>
            </a:prstGeom>
            <a:ln w="38100" cap="flat" cmpd="sng" algn="ctr">
              <a:solidFill>
                <a:schemeClr val="dk1"/>
              </a:solidFill>
              <a:prstDash val="solid"/>
              <a:round/>
              <a:headEnd type="none" w="med" len="med"/>
              <a:tailEnd type="arrow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tx1"/>
            </a:fontRef>
          </p:style>
        </p:cxnSp>
        <p:sp>
          <p:nvSpPr>
            <p:cNvPr id="98" name="Rectangle 97">
              <a:extLst>
                <a:ext uri="{FF2B5EF4-FFF2-40B4-BE49-F238E27FC236}">
                  <a16:creationId xmlns:a16="http://schemas.microsoft.com/office/drawing/2014/main" id="{03327CFC-87B5-AF5B-EB77-D0DF623F0F38}"/>
                </a:ext>
              </a:extLst>
            </p:cNvPr>
            <p:cNvSpPr/>
            <p:nvPr/>
          </p:nvSpPr>
          <p:spPr>
            <a:xfrm>
              <a:off x="2615184" y="3674364"/>
              <a:ext cx="1929384" cy="1175004"/>
            </a:xfrm>
            <a:prstGeom prst="rect">
              <a:avLst/>
            </a:prstGeom>
            <a:solidFill>
              <a:schemeClr val="accent3">
                <a:lumMod val="20000"/>
                <a:lumOff val="80000"/>
              </a:schemeClr>
            </a:solidFill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fr-FR" b="1" dirty="0"/>
                <a:t>SD</a:t>
              </a:r>
              <a:endParaRPr lang="fr-FR" sz="1400" b="1" dirty="0"/>
            </a:p>
            <a:p>
              <a:pPr algn="ctr"/>
              <a:endParaRPr lang="fr-FR" sz="1200" dirty="0"/>
            </a:p>
            <a:p>
              <a:pPr algn="ctr"/>
              <a:r>
                <a:rPr lang="fr-FR" sz="1200" dirty="0" err="1"/>
                <a:t>Generate</a:t>
              </a:r>
              <a:r>
                <a:rPr lang="fr-FR" sz="1200" dirty="0"/>
                <a:t> locations </a:t>
              </a:r>
              <a:r>
                <a:rPr lang="fr-FR" sz="1200" dirty="0" err="1"/>
                <a:t>views</a:t>
              </a:r>
              <a:endParaRPr lang="fr-FR" sz="1200" dirty="0"/>
            </a:p>
          </p:txBody>
        </p:sp>
        <p:sp>
          <p:nvSpPr>
            <p:cNvPr id="122" name="Rectangle 121">
              <a:extLst>
                <a:ext uri="{FF2B5EF4-FFF2-40B4-BE49-F238E27FC236}">
                  <a16:creationId xmlns:a16="http://schemas.microsoft.com/office/drawing/2014/main" id="{4EF42197-BE05-928A-2CED-BA9293D7244B}"/>
                </a:ext>
              </a:extLst>
            </p:cNvPr>
            <p:cNvSpPr/>
            <p:nvPr/>
          </p:nvSpPr>
          <p:spPr>
            <a:xfrm>
              <a:off x="0" y="0"/>
              <a:ext cx="12192000" cy="5038344"/>
            </a:xfrm>
            <a:prstGeom prst="rect">
              <a:avLst/>
            </a:prstGeom>
            <a:noFill/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fr-FR">
                <a:noFill/>
              </a:endParaRPr>
            </a:p>
          </p:txBody>
        </p:sp>
      </p:grpSp>
      <p:sp>
        <p:nvSpPr>
          <p:cNvPr id="124" name="Flèche : droite 123">
            <a:extLst>
              <a:ext uri="{FF2B5EF4-FFF2-40B4-BE49-F238E27FC236}">
                <a16:creationId xmlns:a16="http://schemas.microsoft.com/office/drawing/2014/main" id="{30869F36-C844-D0E6-A632-43538646F278}"/>
              </a:ext>
            </a:extLst>
          </p:cNvPr>
          <p:cNvSpPr/>
          <p:nvPr/>
        </p:nvSpPr>
        <p:spPr>
          <a:xfrm rot="5400000">
            <a:off x="5720144" y="4933188"/>
            <a:ext cx="693799" cy="904112"/>
          </a:xfrm>
          <a:prstGeom prst="rightArrow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25" name="Rectangle 124">
            <a:extLst>
              <a:ext uri="{FF2B5EF4-FFF2-40B4-BE49-F238E27FC236}">
                <a16:creationId xmlns:a16="http://schemas.microsoft.com/office/drawing/2014/main" id="{9E5E6143-885F-7D8D-A743-EFFECE8A1366}"/>
              </a:ext>
            </a:extLst>
          </p:cNvPr>
          <p:cNvSpPr/>
          <p:nvPr/>
        </p:nvSpPr>
        <p:spPr>
          <a:xfrm>
            <a:off x="5288788" y="5760212"/>
            <a:ext cx="1569212" cy="693800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fr-FR" b="1" dirty="0" err="1"/>
              <a:t>KBase</a:t>
            </a:r>
            <a:endParaRPr lang="fr-FR" sz="1200" dirty="0"/>
          </a:p>
        </p:txBody>
      </p:sp>
      <p:sp>
        <p:nvSpPr>
          <p:cNvPr id="126" name="Rectangle 125">
            <a:extLst>
              <a:ext uri="{FF2B5EF4-FFF2-40B4-BE49-F238E27FC236}">
                <a16:creationId xmlns:a16="http://schemas.microsoft.com/office/drawing/2014/main" id="{3322C729-1998-503F-49CD-D25F9C7A9986}"/>
              </a:ext>
            </a:extLst>
          </p:cNvPr>
          <p:cNvSpPr/>
          <p:nvPr/>
        </p:nvSpPr>
        <p:spPr>
          <a:xfrm>
            <a:off x="7595870" y="5519610"/>
            <a:ext cx="1929384" cy="1175004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fr-FR" b="1" dirty="0"/>
              <a:t>Formatter</a:t>
            </a:r>
            <a:endParaRPr lang="fr-FR" sz="1400" b="1" dirty="0"/>
          </a:p>
          <a:p>
            <a:pPr algn="ctr"/>
            <a:endParaRPr lang="fr-FR" sz="1400" dirty="0"/>
          </a:p>
          <a:p>
            <a:pPr algn="ctr"/>
            <a:r>
              <a:rPr lang="fr-FR" sz="1200" dirty="0" err="1"/>
              <a:t>Generate</a:t>
            </a:r>
            <a:r>
              <a:rPr lang="fr-FR" sz="1200" dirty="0"/>
              <a:t> atlas and </a:t>
            </a:r>
            <a:r>
              <a:rPr lang="fr-FR" sz="1200" dirty="0" err="1"/>
              <a:t>encyclopedia</a:t>
            </a:r>
            <a:endParaRPr lang="fr-FR" sz="1200" dirty="0"/>
          </a:p>
        </p:txBody>
      </p:sp>
      <p:cxnSp>
        <p:nvCxnSpPr>
          <p:cNvPr id="127" name="Connecteur droit avec flèche 126">
            <a:extLst>
              <a:ext uri="{FF2B5EF4-FFF2-40B4-BE49-F238E27FC236}">
                <a16:creationId xmlns:a16="http://schemas.microsoft.com/office/drawing/2014/main" id="{6925D472-3EEE-FA9A-6351-17B817912BBD}"/>
              </a:ext>
            </a:extLst>
          </p:cNvPr>
          <p:cNvCxnSpPr>
            <a:cxnSpLocks/>
            <a:stCxn id="125" idx="3"/>
            <a:endCxn id="126" idx="1"/>
          </p:cNvCxnSpPr>
          <p:nvPr/>
        </p:nvCxnSpPr>
        <p:spPr>
          <a:xfrm>
            <a:off x="6858000" y="6107112"/>
            <a:ext cx="737870" cy="0"/>
          </a:xfrm>
          <a:prstGeom prst="straightConnector1">
            <a:avLst/>
          </a:prstGeom>
          <a:ln w="38100" cap="flat" cmpd="sng" algn="ctr">
            <a:solidFill>
              <a:schemeClr val="dk1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131" name="Rectangle 130">
            <a:extLst>
              <a:ext uri="{FF2B5EF4-FFF2-40B4-BE49-F238E27FC236}">
                <a16:creationId xmlns:a16="http://schemas.microsoft.com/office/drawing/2014/main" id="{C320E6C9-B39F-A220-5C35-167CB377AA06}"/>
              </a:ext>
            </a:extLst>
          </p:cNvPr>
          <p:cNvSpPr/>
          <p:nvPr/>
        </p:nvSpPr>
        <p:spPr>
          <a:xfrm>
            <a:off x="2621534" y="5519610"/>
            <a:ext cx="1929384" cy="1175004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fr-FR" b="1" dirty="0"/>
              <a:t>LLM</a:t>
            </a:r>
          </a:p>
          <a:p>
            <a:pPr algn="ctr"/>
            <a:endParaRPr lang="fr-FR" sz="1400" b="1" dirty="0"/>
          </a:p>
          <a:p>
            <a:pPr algn="ctr"/>
            <a:r>
              <a:rPr lang="fr-FR" sz="1200" dirty="0" err="1"/>
              <a:t>Generate</a:t>
            </a:r>
            <a:r>
              <a:rPr lang="fr-FR" sz="1200" dirty="0"/>
              <a:t> scenario</a:t>
            </a:r>
          </a:p>
        </p:txBody>
      </p:sp>
      <p:cxnSp>
        <p:nvCxnSpPr>
          <p:cNvPr id="132" name="Connecteur droit avec flèche 131">
            <a:extLst>
              <a:ext uri="{FF2B5EF4-FFF2-40B4-BE49-F238E27FC236}">
                <a16:creationId xmlns:a16="http://schemas.microsoft.com/office/drawing/2014/main" id="{A42679BB-EBD8-D647-2A92-BCB412CEC098}"/>
              </a:ext>
            </a:extLst>
          </p:cNvPr>
          <p:cNvCxnSpPr>
            <a:cxnSpLocks/>
            <a:stCxn id="125" idx="1"/>
            <a:endCxn id="131" idx="3"/>
          </p:cNvCxnSpPr>
          <p:nvPr/>
        </p:nvCxnSpPr>
        <p:spPr>
          <a:xfrm flipH="1">
            <a:off x="4550918" y="6107112"/>
            <a:ext cx="737870" cy="0"/>
          </a:xfrm>
          <a:prstGeom prst="straightConnector1">
            <a:avLst/>
          </a:prstGeom>
          <a:ln w="38100" cap="flat" cmpd="sng" algn="ctr">
            <a:solidFill>
              <a:schemeClr val="dk1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139" name="Rectangle 138">
            <a:extLst>
              <a:ext uri="{FF2B5EF4-FFF2-40B4-BE49-F238E27FC236}">
                <a16:creationId xmlns:a16="http://schemas.microsoft.com/office/drawing/2014/main" id="{2AF95709-39A4-4FD4-A7DA-CFFAA33F2A9D}"/>
              </a:ext>
            </a:extLst>
          </p:cNvPr>
          <p:cNvSpPr/>
          <p:nvPr/>
        </p:nvSpPr>
        <p:spPr>
          <a:xfrm>
            <a:off x="128016" y="5519610"/>
            <a:ext cx="1929384" cy="1175004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fr-FR" b="1" dirty="0"/>
              <a:t>Formatter</a:t>
            </a:r>
            <a:endParaRPr lang="fr-FR" sz="1400" b="1" dirty="0"/>
          </a:p>
          <a:p>
            <a:pPr algn="ctr"/>
            <a:endParaRPr lang="fr-FR" sz="1400" dirty="0"/>
          </a:p>
          <a:p>
            <a:pPr algn="ctr"/>
            <a:r>
              <a:rPr lang="fr-FR" sz="1200" dirty="0" err="1"/>
              <a:t>Generate</a:t>
            </a:r>
            <a:r>
              <a:rPr lang="fr-FR" sz="1200"/>
              <a:t> document</a:t>
            </a:r>
            <a:endParaRPr lang="fr-FR" sz="1200" dirty="0"/>
          </a:p>
        </p:txBody>
      </p:sp>
      <p:cxnSp>
        <p:nvCxnSpPr>
          <p:cNvPr id="140" name="Connecteur droit avec flèche 139">
            <a:extLst>
              <a:ext uri="{FF2B5EF4-FFF2-40B4-BE49-F238E27FC236}">
                <a16:creationId xmlns:a16="http://schemas.microsoft.com/office/drawing/2014/main" id="{CB18C8D8-63AD-DC7C-7F4A-1A406F6F7E6C}"/>
              </a:ext>
            </a:extLst>
          </p:cNvPr>
          <p:cNvCxnSpPr>
            <a:cxnSpLocks/>
            <a:stCxn id="131" idx="1"/>
            <a:endCxn id="139" idx="3"/>
          </p:cNvCxnSpPr>
          <p:nvPr/>
        </p:nvCxnSpPr>
        <p:spPr>
          <a:xfrm flipH="1">
            <a:off x="2057400" y="6107112"/>
            <a:ext cx="564134" cy="0"/>
          </a:xfrm>
          <a:prstGeom prst="straightConnector1">
            <a:avLst/>
          </a:prstGeom>
          <a:ln w="38100" cap="flat" cmpd="sng" algn="ctr">
            <a:solidFill>
              <a:schemeClr val="dk1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66594011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5" name="Groupe 24">
            <a:extLst>
              <a:ext uri="{FF2B5EF4-FFF2-40B4-BE49-F238E27FC236}">
                <a16:creationId xmlns:a16="http://schemas.microsoft.com/office/drawing/2014/main" id="{71FAD1C1-2603-108B-B9C5-788A13A57230}"/>
              </a:ext>
            </a:extLst>
          </p:cNvPr>
          <p:cNvGrpSpPr/>
          <p:nvPr/>
        </p:nvGrpSpPr>
        <p:grpSpPr>
          <a:xfrm>
            <a:off x="423512" y="583939"/>
            <a:ext cx="11436256" cy="5879592"/>
            <a:chOff x="454855" y="616985"/>
            <a:chExt cx="11578470" cy="5879592"/>
          </a:xfrm>
        </p:grpSpPr>
        <p:cxnSp>
          <p:nvCxnSpPr>
            <p:cNvPr id="11" name="Connecteur droit 10">
              <a:extLst>
                <a:ext uri="{FF2B5EF4-FFF2-40B4-BE49-F238E27FC236}">
                  <a16:creationId xmlns:a16="http://schemas.microsoft.com/office/drawing/2014/main" id="{A21D655B-4D77-4D99-83D7-F35218CB0512}"/>
                </a:ext>
              </a:extLst>
            </p:cNvPr>
            <p:cNvCxnSpPr>
              <a:cxnSpLocks/>
            </p:cNvCxnSpPr>
            <p:nvPr/>
          </p:nvCxnSpPr>
          <p:spPr>
            <a:xfrm>
              <a:off x="454855" y="1308296"/>
              <a:ext cx="11282289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Connecteur droit 11">
              <a:extLst>
                <a:ext uri="{FF2B5EF4-FFF2-40B4-BE49-F238E27FC236}">
                  <a16:creationId xmlns:a16="http://schemas.microsoft.com/office/drawing/2014/main" id="{F853D2D4-7186-2541-A14C-C6A55804A800}"/>
                </a:ext>
              </a:extLst>
            </p:cNvPr>
            <p:cNvCxnSpPr>
              <a:cxnSpLocks/>
            </p:cNvCxnSpPr>
            <p:nvPr/>
          </p:nvCxnSpPr>
          <p:spPr>
            <a:xfrm>
              <a:off x="454855" y="2417299"/>
              <a:ext cx="11282289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Connecteur droit 12">
              <a:extLst>
                <a:ext uri="{FF2B5EF4-FFF2-40B4-BE49-F238E27FC236}">
                  <a16:creationId xmlns:a16="http://schemas.microsoft.com/office/drawing/2014/main" id="{5EE27DFD-8AF7-EBA1-329F-F36A8B23E4F4}"/>
                </a:ext>
              </a:extLst>
            </p:cNvPr>
            <p:cNvCxnSpPr>
              <a:cxnSpLocks/>
            </p:cNvCxnSpPr>
            <p:nvPr/>
          </p:nvCxnSpPr>
          <p:spPr>
            <a:xfrm>
              <a:off x="454855" y="3556781"/>
              <a:ext cx="11282289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Connecteur droit 13">
              <a:extLst>
                <a:ext uri="{FF2B5EF4-FFF2-40B4-BE49-F238E27FC236}">
                  <a16:creationId xmlns:a16="http://schemas.microsoft.com/office/drawing/2014/main" id="{75BBFFBC-CD8C-4CC7-7545-5B213B86B33B}"/>
                </a:ext>
              </a:extLst>
            </p:cNvPr>
            <p:cNvCxnSpPr>
              <a:cxnSpLocks/>
            </p:cNvCxnSpPr>
            <p:nvPr/>
          </p:nvCxnSpPr>
          <p:spPr>
            <a:xfrm>
              <a:off x="454855" y="4682197"/>
              <a:ext cx="11282289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Connecteur droit 14">
              <a:extLst>
                <a:ext uri="{FF2B5EF4-FFF2-40B4-BE49-F238E27FC236}">
                  <a16:creationId xmlns:a16="http://schemas.microsoft.com/office/drawing/2014/main" id="{7DFDEFFC-F9F3-7D28-BFBA-B24A4FF4C07F}"/>
                </a:ext>
              </a:extLst>
            </p:cNvPr>
            <p:cNvCxnSpPr>
              <a:cxnSpLocks/>
            </p:cNvCxnSpPr>
            <p:nvPr/>
          </p:nvCxnSpPr>
          <p:spPr>
            <a:xfrm>
              <a:off x="454855" y="5709138"/>
              <a:ext cx="11282289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Connecteur droit avec flèche 16">
              <a:extLst>
                <a:ext uri="{FF2B5EF4-FFF2-40B4-BE49-F238E27FC236}">
                  <a16:creationId xmlns:a16="http://schemas.microsoft.com/office/drawing/2014/main" id="{E05D60ED-EA85-95C7-FECF-559D429B03D4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2033325" y="616985"/>
              <a:ext cx="0" cy="5879592"/>
            </a:xfrm>
            <a:prstGeom prst="straightConnector1">
              <a:avLst/>
            </a:prstGeom>
            <a:ln w="38100"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p:sp>
        <p:nvSpPr>
          <p:cNvPr id="18" name="ZoneTexte 17">
            <a:extLst>
              <a:ext uri="{FF2B5EF4-FFF2-40B4-BE49-F238E27FC236}">
                <a16:creationId xmlns:a16="http://schemas.microsoft.com/office/drawing/2014/main" id="{057B72C7-9D41-1C62-F21F-AA8F1F65F1F1}"/>
              </a:ext>
            </a:extLst>
          </p:cNvPr>
          <p:cNvSpPr txBox="1"/>
          <p:nvPr/>
        </p:nvSpPr>
        <p:spPr>
          <a:xfrm rot="5400000">
            <a:off x="11457693" y="6311911"/>
            <a:ext cx="116128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dirty="0" err="1"/>
              <a:t>scale</a:t>
            </a:r>
            <a:endParaRPr lang="fr-FR" dirty="0"/>
          </a:p>
        </p:txBody>
      </p:sp>
      <p:sp>
        <p:nvSpPr>
          <p:cNvPr id="26" name="ZoneTexte 25">
            <a:extLst>
              <a:ext uri="{FF2B5EF4-FFF2-40B4-BE49-F238E27FC236}">
                <a16:creationId xmlns:a16="http://schemas.microsoft.com/office/drawing/2014/main" id="{1FC867B5-4E39-FB9D-757E-A5824F268C32}"/>
              </a:ext>
            </a:extLst>
          </p:cNvPr>
          <p:cNvSpPr txBox="1"/>
          <p:nvPr/>
        </p:nvSpPr>
        <p:spPr>
          <a:xfrm>
            <a:off x="10405937" y="1000519"/>
            <a:ext cx="116128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fr-FR" sz="1400" b="1" dirty="0"/>
              <a:t>world</a:t>
            </a:r>
          </a:p>
        </p:txBody>
      </p:sp>
      <p:sp>
        <p:nvSpPr>
          <p:cNvPr id="27" name="ZoneTexte 26">
            <a:extLst>
              <a:ext uri="{FF2B5EF4-FFF2-40B4-BE49-F238E27FC236}">
                <a16:creationId xmlns:a16="http://schemas.microsoft.com/office/drawing/2014/main" id="{21E4B899-1D4E-5D74-B19A-0239E594F40C}"/>
              </a:ext>
            </a:extLst>
          </p:cNvPr>
          <p:cNvSpPr txBox="1"/>
          <p:nvPr/>
        </p:nvSpPr>
        <p:spPr>
          <a:xfrm>
            <a:off x="10405937" y="2109522"/>
            <a:ext cx="116128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fr-FR" sz="1400" b="1" dirty="0"/>
              <a:t>continent</a:t>
            </a:r>
          </a:p>
        </p:txBody>
      </p:sp>
      <p:sp>
        <p:nvSpPr>
          <p:cNvPr id="28" name="ZoneTexte 27">
            <a:extLst>
              <a:ext uri="{FF2B5EF4-FFF2-40B4-BE49-F238E27FC236}">
                <a16:creationId xmlns:a16="http://schemas.microsoft.com/office/drawing/2014/main" id="{268E9375-C2AD-1A10-0202-6499E6339000}"/>
              </a:ext>
            </a:extLst>
          </p:cNvPr>
          <p:cNvSpPr txBox="1"/>
          <p:nvPr/>
        </p:nvSpPr>
        <p:spPr>
          <a:xfrm>
            <a:off x="10405937" y="3249004"/>
            <a:ext cx="116128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fr-FR" sz="1400" b="1" dirty="0"/>
              <a:t>country</a:t>
            </a:r>
          </a:p>
        </p:txBody>
      </p:sp>
      <p:sp>
        <p:nvSpPr>
          <p:cNvPr id="29" name="ZoneTexte 28">
            <a:extLst>
              <a:ext uri="{FF2B5EF4-FFF2-40B4-BE49-F238E27FC236}">
                <a16:creationId xmlns:a16="http://schemas.microsoft.com/office/drawing/2014/main" id="{F9A51405-F674-8C7E-2339-A9A38F7DCFEA}"/>
              </a:ext>
            </a:extLst>
          </p:cNvPr>
          <p:cNvSpPr txBox="1"/>
          <p:nvPr/>
        </p:nvSpPr>
        <p:spPr>
          <a:xfrm>
            <a:off x="10405937" y="4374420"/>
            <a:ext cx="116128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fr-FR" sz="1400" b="1" dirty="0" err="1"/>
              <a:t>region</a:t>
            </a:r>
            <a:endParaRPr lang="fr-FR" sz="1400" b="1" dirty="0"/>
          </a:p>
        </p:txBody>
      </p:sp>
      <p:sp>
        <p:nvSpPr>
          <p:cNvPr id="30" name="ZoneTexte 29">
            <a:extLst>
              <a:ext uri="{FF2B5EF4-FFF2-40B4-BE49-F238E27FC236}">
                <a16:creationId xmlns:a16="http://schemas.microsoft.com/office/drawing/2014/main" id="{88BFC2B1-3069-513A-10EB-AA788D0F0A31}"/>
              </a:ext>
            </a:extLst>
          </p:cNvPr>
          <p:cNvSpPr txBox="1"/>
          <p:nvPr/>
        </p:nvSpPr>
        <p:spPr>
          <a:xfrm>
            <a:off x="10405937" y="5401360"/>
            <a:ext cx="116128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fr-FR" sz="1400" b="1" dirty="0" err="1"/>
              <a:t>metropole</a:t>
            </a:r>
            <a:endParaRPr lang="fr-FR" sz="1400" b="1" dirty="0"/>
          </a:p>
        </p:txBody>
      </p:sp>
      <p:sp>
        <p:nvSpPr>
          <p:cNvPr id="31" name="ZoneTexte 30">
            <a:extLst>
              <a:ext uri="{FF2B5EF4-FFF2-40B4-BE49-F238E27FC236}">
                <a16:creationId xmlns:a16="http://schemas.microsoft.com/office/drawing/2014/main" id="{412F5752-1EB8-8593-1439-7BFDA303EA53}"/>
              </a:ext>
            </a:extLst>
          </p:cNvPr>
          <p:cNvSpPr txBox="1"/>
          <p:nvPr/>
        </p:nvSpPr>
        <p:spPr>
          <a:xfrm>
            <a:off x="10405937" y="6496577"/>
            <a:ext cx="116128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fr-FR" sz="1400" b="1" dirty="0" err="1"/>
              <a:t>town</a:t>
            </a:r>
            <a:endParaRPr lang="fr-FR" sz="1400" b="1" dirty="0"/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5B0B1E94-3BAC-C394-C2F5-657ABCF45BC7}"/>
              </a:ext>
            </a:extLst>
          </p:cNvPr>
          <p:cNvSpPr/>
          <p:nvPr/>
        </p:nvSpPr>
        <p:spPr>
          <a:xfrm>
            <a:off x="521273" y="6114288"/>
            <a:ext cx="996696" cy="402335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fr-FR" sz="1400" dirty="0" err="1"/>
              <a:t>Individual</a:t>
            </a:r>
            <a:endParaRPr lang="fr-FR" sz="1400" dirty="0"/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3FD41E36-6A48-D41D-9E42-C10CC4DACF63}"/>
              </a:ext>
            </a:extLst>
          </p:cNvPr>
          <p:cNvSpPr/>
          <p:nvPr/>
        </p:nvSpPr>
        <p:spPr>
          <a:xfrm>
            <a:off x="2505521" y="6094240"/>
            <a:ext cx="996696" cy="402335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fr-FR" sz="1400" dirty="0" err="1"/>
              <a:t>Individual</a:t>
            </a:r>
            <a:endParaRPr lang="fr-FR" sz="1400" dirty="0"/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83E4A6E8-5249-2B8C-D34F-65FDAF0E5D7A}"/>
              </a:ext>
            </a:extLst>
          </p:cNvPr>
          <p:cNvSpPr/>
          <p:nvPr/>
        </p:nvSpPr>
        <p:spPr>
          <a:xfrm>
            <a:off x="4293173" y="6094240"/>
            <a:ext cx="996696" cy="402335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fr-FR" sz="1400" dirty="0" err="1"/>
              <a:t>Individual</a:t>
            </a:r>
            <a:endParaRPr lang="fr-FR" sz="1400" dirty="0"/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32BEC328-7901-90C6-9C0C-565D5370507B}"/>
              </a:ext>
            </a:extLst>
          </p:cNvPr>
          <p:cNvSpPr/>
          <p:nvPr/>
        </p:nvSpPr>
        <p:spPr>
          <a:xfrm>
            <a:off x="6080825" y="6094240"/>
            <a:ext cx="996696" cy="402335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fr-FR" sz="1400" dirty="0" err="1"/>
              <a:t>Individual</a:t>
            </a:r>
            <a:endParaRPr lang="fr-FR" sz="1400" dirty="0"/>
          </a:p>
        </p:txBody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B6BA8404-879D-E0DF-A878-7F4B637F7272}"/>
              </a:ext>
            </a:extLst>
          </p:cNvPr>
          <p:cNvSpPr/>
          <p:nvPr/>
        </p:nvSpPr>
        <p:spPr>
          <a:xfrm>
            <a:off x="7772465" y="6094240"/>
            <a:ext cx="996696" cy="402335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fr-FR" sz="1400" dirty="0" err="1"/>
              <a:t>Individual</a:t>
            </a:r>
            <a:endParaRPr lang="fr-FR" sz="1400" dirty="0"/>
          </a:p>
        </p:txBody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EDFF7634-225A-6E01-0BC2-948B080C5769}"/>
              </a:ext>
            </a:extLst>
          </p:cNvPr>
          <p:cNvSpPr/>
          <p:nvPr/>
        </p:nvSpPr>
        <p:spPr>
          <a:xfrm>
            <a:off x="9409241" y="6094240"/>
            <a:ext cx="996696" cy="402335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fr-FR" sz="1400" dirty="0" err="1"/>
              <a:t>Individual</a:t>
            </a:r>
            <a:endParaRPr lang="fr-FR" sz="1400" dirty="0"/>
          </a:p>
        </p:txBody>
      </p:sp>
      <p:cxnSp>
        <p:nvCxnSpPr>
          <p:cNvPr id="39" name="Connecteur : en angle 38">
            <a:extLst>
              <a:ext uri="{FF2B5EF4-FFF2-40B4-BE49-F238E27FC236}">
                <a16:creationId xmlns:a16="http://schemas.microsoft.com/office/drawing/2014/main" id="{7C843005-01E3-E066-42B2-C2A807C9D1FC}"/>
              </a:ext>
            </a:extLst>
          </p:cNvPr>
          <p:cNvCxnSpPr>
            <a:stCxn id="32" idx="2"/>
            <a:endCxn id="33" idx="2"/>
          </p:cNvCxnSpPr>
          <p:nvPr/>
        </p:nvCxnSpPr>
        <p:spPr>
          <a:xfrm rot="5400000" flipH="1" flipV="1">
            <a:off x="2001721" y="5514475"/>
            <a:ext cx="20048" cy="1984248"/>
          </a:xfrm>
          <a:prstGeom prst="bentConnector3">
            <a:avLst>
              <a:gd name="adj1" fmla="val -1140263"/>
            </a:avLst>
          </a:prstGeom>
          <a:ln>
            <a:tailEnd type="triangle"/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cxnSp>
        <p:nvCxnSpPr>
          <p:cNvPr id="40" name="Connecteur : en angle 39">
            <a:extLst>
              <a:ext uri="{FF2B5EF4-FFF2-40B4-BE49-F238E27FC236}">
                <a16:creationId xmlns:a16="http://schemas.microsoft.com/office/drawing/2014/main" id="{8F68CDF2-06B9-51F9-2CDD-5F623AD0ADA4}"/>
              </a:ext>
            </a:extLst>
          </p:cNvPr>
          <p:cNvCxnSpPr>
            <a:cxnSpLocks/>
            <a:stCxn id="34" idx="2"/>
            <a:endCxn id="35" idx="2"/>
          </p:cNvCxnSpPr>
          <p:nvPr/>
        </p:nvCxnSpPr>
        <p:spPr>
          <a:xfrm rot="16200000" flipH="1">
            <a:off x="5685347" y="5602749"/>
            <a:ext cx="12700" cy="1787652"/>
          </a:xfrm>
          <a:prstGeom prst="bentConnector3">
            <a:avLst>
              <a:gd name="adj1" fmla="val 1800000"/>
            </a:avLst>
          </a:prstGeom>
          <a:ln>
            <a:tailEnd type="triangle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sp>
        <p:nvSpPr>
          <p:cNvPr id="43" name="Rectangle 42">
            <a:extLst>
              <a:ext uri="{FF2B5EF4-FFF2-40B4-BE49-F238E27FC236}">
                <a16:creationId xmlns:a16="http://schemas.microsoft.com/office/drawing/2014/main" id="{6026B12A-4F57-0F77-9235-A0E36B565B84}"/>
              </a:ext>
            </a:extLst>
          </p:cNvPr>
          <p:cNvSpPr/>
          <p:nvPr/>
        </p:nvSpPr>
        <p:spPr>
          <a:xfrm>
            <a:off x="423512" y="321741"/>
            <a:ext cx="2281588" cy="2799724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fr-FR" dirty="0"/>
              <a:t>Links:</a:t>
            </a:r>
          </a:p>
          <a:p>
            <a:endParaRPr lang="fr-FR" dirty="0"/>
          </a:p>
          <a:p>
            <a:r>
              <a:rPr lang="fr-FR" sz="1050" dirty="0"/>
              <a:t>Relation </a:t>
            </a:r>
            <a:r>
              <a:rPr lang="fr-FR" sz="1050" dirty="0" err="1"/>
              <a:t>grp</a:t>
            </a:r>
            <a:r>
              <a:rPr lang="fr-FR" sz="1050" dirty="0"/>
              <a:t>_*:</a:t>
            </a:r>
          </a:p>
          <a:p>
            <a:pPr marL="285750" indent="-285750">
              <a:buFontTx/>
              <a:buChar char="-"/>
            </a:pPr>
            <a:r>
              <a:rPr lang="fr-FR" sz="1050" dirty="0" err="1"/>
              <a:t>IsPartOfMe</a:t>
            </a:r>
            <a:r>
              <a:rPr lang="fr-FR" sz="1050" dirty="0"/>
              <a:t>[</a:t>
            </a:r>
            <a:r>
              <a:rPr lang="fr-FR" sz="1050" dirty="0" err="1"/>
              <a:t>role</a:t>
            </a:r>
            <a:r>
              <a:rPr lang="fr-FR" sz="1050" dirty="0"/>
              <a:t>] (inclusion)</a:t>
            </a:r>
          </a:p>
          <a:p>
            <a:pPr marL="742950" lvl="1" indent="-285750">
              <a:buFontTx/>
              <a:buChar char="-"/>
            </a:pPr>
            <a:endParaRPr lang="fr-FR" sz="1050" dirty="0"/>
          </a:p>
          <a:p>
            <a:r>
              <a:rPr lang="fr-FR" sz="1050" dirty="0"/>
              <a:t>Relations *_*:</a:t>
            </a:r>
          </a:p>
          <a:p>
            <a:pPr marL="285750" indent="-285750">
              <a:buFontTx/>
              <a:buChar char="-"/>
            </a:pPr>
            <a:r>
              <a:rPr lang="fr-FR" sz="1050" dirty="0" err="1"/>
              <a:t>hasTheSameBlood</a:t>
            </a:r>
            <a:r>
              <a:rPr lang="fr-FR" sz="1050" dirty="0"/>
              <a:t> (</a:t>
            </a:r>
            <a:r>
              <a:rPr lang="fr-FR" sz="1050" dirty="0" err="1"/>
              <a:t>family</a:t>
            </a:r>
            <a:r>
              <a:rPr lang="fr-FR" sz="1050" dirty="0"/>
              <a:t>)</a:t>
            </a:r>
          </a:p>
          <a:p>
            <a:pPr marL="285750" indent="-285750">
              <a:buFontTx/>
              <a:buChar char="-"/>
            </a:pPr>
            <a:r>
              <a:rPr lang="fr-FR" sz="1050" dirty="0" err="1"/>
              <a:t>isSameAsMe</a:t>
            </a:r>
            <a:r>
              <a:rPr lang="fr-FR" sz="1050" dirty="0"/>
              <a:t> (</a:t>
            </a:r>
            <a:r>
              <a:rPr lang="fr-FR" sz="1050" dirty="0" err="1"/>
              <a:t>community</a:t>
            </a:r>
            <a:r>
              <a:rPr lang="fr-FR" sz="1050" dirty="0"/>
              <a:t>)</a:t>
            </a:r>
          </a:p>
          <a:p>
            <a:pPr marL="285750" indent="-285750">
              <a:buFontTx/>
              <a:buChar char="-"/>
            </a:pPr>
            <a:r>
              <a:rPr lang="fr-FR" sz="1050" dirty="0" err="1"/>
              <a:t>isCloseToMe</a:t>
            </a:r>
            <a:r>
              <a:rPr lang="fr-FR" sz="1050" dirty="0"/>
              <a:t> (location)</a:t>
            </a:r>
          </a:p>
          <a:p>
            <a:pPr marL="285750" indent="-285750">
              <a:buFontTx/>
              <a:buChar char="-"/>
            </a:pPr>
            <a:r>
              <a:rPr lang="fr-FR" sz="1050" dirty="0" err="1"/>
              <a:t>thinkLikeMe</a:t>
            </a:r>
            <a:r>
              <a:rPr lang="fr-FR" sz="1050" dirty="0"/>
              <a:t> (</a:t>
            </a:r>
            <a:r>
              <a:rPr lang="fr-FR" sz="1050" dirty="0" err="1"/>
              <a:t>ideology</a:t>
            </a:r>
            <a:r>
              <a:rPr lang="fr-FR" sz="1050" dirty="0"/>
              <a:t>)</a:t>
            </a:r>
          </a:p>
          <a:p>
            <a:pPr marL="285750" indent="-285750">
              <a:buFontTx/>
              <a:buChar char="-"/>
            </a:pPr>
            <a:r>
              <a:rPr lang="fr-FR" sz="1050" dirty="0" err="1"/>
              <a:t>makeMoneyWithMe</a:t>
            </a:r>
            <a:r>
              <a:rPr lang="fr-FR" sz="1050" dirty="0"/>
              <a:t> (</a:t>
            </a:r>
            <a:r>
              <a:rPr lang="fr-FR" sz="1050" dirty="0" err="1"/>
              <a:t>economy</a:t>
            </a:r>
            <a:r>
              <a:rPr lang="fr-FR" sz="1050" dirty="0"/>
              <a:t>)</a:t>
            </a:r>
          </a:p>
          <a:p>
            <a:pPr marL="285750" indent="-285750">
              <a:buFontTx/>
              <a:buChar char="-"/>
            </a:pPr>
            <a:r>
              <a:rPr lang="fr-FR" sz="1050" dirty="0" err="1"/>
              <a:t>doStuffWithMe</a:t>
            </a:r>
            <a:r>
              <a:rPr lang="fr-FR" sz="1050" dirty="0"/>
              <a:t> (</a:t>
            </a:r>
            <a:r>
              <a:rPr lang="fr-FR" sz="1050" dirty="0" err="1"/>
              <a:t>activity</a:t>
            </a:r>
            <a:r>
              <a:rPr lang="fr-FR" sz="1050" dirty="0"/>
              <a:t>)</a:t>
            </a:r>
          </a:p>
          <a:p>
            <a:pPr marL="285750" indent="-285750">
              <a:buFontTx/>
              <a:buChar char="-"/>
            </a:pPr>
            <a:r>
              <a:rPr lang="fr-FR" sz="1050" dirty="0" err="1"/>
              <a:t>hasTheSameChallenge</a:t>
            </a:r>
            <a:r>
              <a:rPr lang="fr-FR" sz="1050" dirty="0"/>
              <a:t> (</a:t>
            </a:r>
            <a:r>
              <a:rPr lang="fr-FR" sz="1050" dirty="0" err="1"/>
              <a:t>ally</a:t>
            </a:r>
            <a:r>
              <a:rPr lang="fr-FR" sz="1050" dirty="0"/>
              <a:t>)</a:t>
            </a:r>
          </a:p>
          <a:p>
            <a:r>
              <a:rPr lang="fr-FR" sz="1050" dirty="0" err="1"/>
              <a:t>Relation_ind_ind</a:t>
            </a:r>
            <a:r>
              <a:rPr lang="fr-FR" sz="1050" dirty="0"/>
              <a:t>:</a:t>
            </a:r>
          </a:p>
          <a:p>
            <a:pPr marL="285750" indent="-285750">
              <a:buFontTx/>
              <a:buChar char="-"/>
            </a:pPr>
            <a:r>
              <a:rPr lang="fr-FR" sz="1050" dirty="0" err="1"/>
              <a:t>isMyFriend</a:t>
            </a:r>
            <a:r>
              <a:rPr lang="fr-FR" sz="1050" dirty="0"/>
              <a:t> (social)</a:t>
            </a:r>
          </a:p>
        </p:txBody>
      </p:sp>
      <p:sp>
        <p:nvSpPr>
          <p:cNvPr id="44" name="Rectangle : coins arrondis 43">
            <a:extLst>
              <a:ext uri="{FF2B5EF4-FFF2-40B4-BE49-F238E27FC236}">
                <a16:creationId xmlns:a16="http://schemas.microsoft.com/office/drawing/2014/main" id="{18235EF1-5D02-CF16-FDC0-A58214989AB0}"/>
              </a:ext>
            </a:extLst>
          </p:cNvPr>
          <p:cNvSpPr/>
          <p:nvPr/>
        </p:nvSpPr>
        <p:spPr>
          <a:xfrm>
            <a:off x="6927875" y="188982"/>
            <a:ext cx="1728147" cy="867505"/>
          </a:xfrm>
          <a:prstGeom prst="round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fr-FR" dirty="0"/>
              <a:t>Social group</a:t>
            </a:r>
          </a:p>
        </p:txBody>
      </p:sp>
      <p:sp>
        <p:nvSpPr>
          <p:cNvPr id="45" name="Rectangle : coins arrondis 44">
            <a:extLst>
              <a:ext uri="{FF2B5EF4-FFF2-40B4-BE49-F238E27FC236}">
                <a16:creationId xmlns:a16="http://schemas.microsoft.com/office/drawing/2014/main" id="{E4F2A958-2001-ED16-BF59-901BFED78CA6}"/>
              </a:ext>
            </a:extLst>
          </p:cNvPr>
          <p:cNvSpPr/>
          <p:nvPr/>
        </p:nvSpPr>
        <p:spPr>
          <a:xfrm>
            <a:off x="5814215" y="1492901"/>
            <a:ext cx="1228573" cy="657732"/>
          </a:xfrm>
          <a:prstGeom prst="round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fr-FR" sz="1400" dirty="0"/>
              <a:t>Social group</a:t>
            </a:r>
          </a:p>
        </p:txBody>
      </p:sp>
      <p:sp>
        <p:nvSpPr>
          <p:cNvPr id="46" name="Rectangle : coins arrondis 45">
            <a:extLst>
              <a:ext uri="{FF2B5EF4-FFF2-40B4-BE49-F238E27FC236}">
                <a16:creationId xmlns:a16="http://schemas.microsoft.com/office/drawing/2014/main" id="{D47CF159-4A32-A34C-9BD8-CF1DD64C347A}"/>
              </a:ext>
            </a:extLst>
          </p:cNvPr>
          <p:cNvSpPr/>
          <p:nvPr/>
        </p:nvSpPr>
        <p:spPr>
          <a:xfrm>
            <a:off x="7791948" y="1485987"/>
            <a:ext cx="1228573" cy="657732"/>
          </a:xfrm>
          <a:prstGeom prst="round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fr-FR" sz="1400" dirty="0"/>
              <a:t>Social group</a:t>
            </a:r>
          </a:p>
        </p:txBody>
      </p:sp>
      <p:sp>
        <p:nvSpPr>
          <p:cNvPr id="47" name="Rectangle : coins arrondis 46">
            <a:extLst>
              <a:ext uri="{FF2B5EF4-FFF2-40B4-BE49-F238E27FC236}">
                <a16:creationId xmlns:a16="http://schemas.microsoft.com/office/drawing/2014/main" id="{F9EA1979-63A0-18E9-8AE0-5C91E2F150A2}"/>
              </a:ext>
            </a:extLst>
          </p:cNvPr>
          <p:cNvSpPr/>
          <p:nvPr/>
        </p:nvSpPr>
        <p:spPr>
          <a:xfrm>
            <a:off x="8974866" y="2647745"/>
            <a:ext cx="1228573" cy="657732"/>
          </a:xfrm>
          <a:prstGeom prst="round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fr-FR" sz="1400" dirty="0"/>
              <a:t>Social group</a:t>
            </a:r>
          </a:p>
        </p:txBody>
      </p:sp>
      <p:sp>
        <p:nvSpPr>
          <p:cNvPr id="48" name="Rectangle : coins arrondis 47">
            <a:extLst>
              <a:ext uri="{FF2B5EF4-FFF2-40B4-BE49-F238E27FC236}">
                <a16:creationId xmlns:a16="http://schemas.microsoft.com/office/drawing/2014/main" id="{A4F5904C-B4F5-7F26-3B0C-20308319E6BA}"/>
              </a:ext>
            </a:extLst>
          </p:cNvPr>
          <p:cNvSpPr/>
          <p:nvPr/>
        </p:nvSpPr>
        <p:spPr>
          <a:xfrm>
            <a:off x="5814215" y="3790623"/>
            <a:ext cx="1228573" cy="657732"/>
          </a:xfrm>
          <a:prstGeom prst="round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fr-FR" sz="1400" dirty="0"/>
              <a:t>Social group</a:t>
            </a:r>
          </a:p>
        </p:txBody>
      </p:sp>
      <p:sp>
        <p:nvSpPr>
          <p:cNvPr id="49" name="Rectangle : coins arrondis 48">
            <a:extLst>
              <a:ext uri="{FF2B5EF4-FFF2-40B4-BE49-F238E27FC236}">
                <a16:creationId xmlns:a16="http://schemas.microsoft.com/office/drawing/2014/main" id="{DEFDAB4B-05B2-0D82-F81E-A109FEADA1EA}"/>
              </a:ext>
            </a:extLst>
          </p:cNvPr>
          <p:cNvSpPr/>
          <p:nvPr/>
        </p:nvSpPr>
        <p:spPr>
          <a:xfrm>
            <a:off x="7791948" y="3790623"/>
            <a:ext cx="1228573" cy="657732"/>
          </a:xfrm>
          <a:prstGeom prst="round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fr-FR" sz="1400" dirty="0"/>
              <a:t>Social group</a:t>
            </a:r>
          </a:p>
        </p:txBody>
      </p:sp>
      <p:sp>
        <p:nvSpPr>
          <p:cNvPr id="50" name="Rectangle : coins arrondis 49">
            <a:extLst>
              <a:ext uri="{FF2B5EF4-FFF2-40B4-BE49-F238E27FC236}">
                <a16:creationId xmlns:a16="http://schemas.microsoft.com/office/drawing/2014/main" id="{EF1377FB-AEC4-E333-D3FE-68D0656D7115}"/>
              </a:ext>
            </a:extLst>
          </p:cNvPr>
          <p:cNvSpPr/>
          <p:nvPr/>
        </p:nvSpPr>
        <p:spPr>
          <a:xfrm>
            <a:off x="2528188" y="3808086"/>
            <a:ext cx="1228573" cy="657732"/>
          </a:xfrm>
          <a:prstGeom prst="round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fr-FR" sz="1400" dirty="0"/>
              <a:t>Social group</a:t>
            </a:r>
          </a:p>
        </p:txBody>
      </p:sp>
      <p:sp>
        <p:nvSpPr>
          <p:cNvPr id="51" name="Rectangle : coins arrondis 50">
            <a:extLst>
              <a:ext uri="{FF2B5EF4-FFF2-40B4-BE49-F238E27FC236}">
                <a16:creationId xmlns:a16="http://schemas.microsoft.com/office/drawing/2014/main" id="{60BD20FE-9F81-8DE6-0636-60696B31ADF1}"/>
              </a:ext>
            </a:extLst>
          </p:cNvPr>
          <p:cNvSpPr/>
          <p:nvPr/>
        </p:nvSpPr>
        <p:spPr>
          <a:xfrm>
            <a:off x="8841627" y="4851252"/>
            <a:ext cx="1228573" cy="657732"/>
          </a:xfrm>
          <a:prstGeom prst="round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fr-FR" sz="1400" dirty="0"/>
              <a:t>Social group</a:t>
            </a:r>
          </a:p>
        </p:txBody>
      </p:sp>
      <p:sp>
        <p:nvSpPr>
          <p:cNvPr id="52" name="Rectangle : coins arrondis 51">
            <a:extLst>
              <a:ext uri="{FF2B5EF4-FFF2-40B4-BE49-F238E27FC236}">
                <a16:creationId xmlns:a16="http://schemas.microsoft.com/office/drawing/2014/main" id="{E1C57B0E-20ED-5335-C730-538F12AE038E}"/>
              </a:ext>
            </a:extLst>
          </p:cNvPr>
          <p:cNvSpPr/>
          <p:nvPr/>
        </p:nvSpPr>
        <p:spPr>
          <a:xfrm>
            <a:off x="3577867" y="4868715"/>
            <a:ext cx="1228573" cy="657732"/>
          </a:xfrm>
          <a:prstGeom prst="round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fr-FR" sz="1400" dirty="0"/>
              <a:t>Social group</a:t>
            </a:r>
          </a:p>
        </p:txBody>
      </p:sp>
    </p:spTree>
    <p:extLst>
      <p:ext uri="{BB962C8B-B14F-4D97-AF65-F5344CB8AC3E}">
        <p14:creationId xmlns:p14="http://schemas.microsoft.com/office/powerpoint/2010/main" val="369755519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ZoneTexte 4">
            <a:extLst>
              <a:ext uri="{FF2B5EF4-FFF2-40B4-BE49-F238E27FC236}">
                <a16:creationId xmlns:a16="http://schemas.microsoft.com/office/drawing/2014/main" id="{87068125-DF9A-9F4F-0119-5CCF81F57762}"/>
              </a:ext>
            </a:extLst>
          </p:cNvPr>
          <p:cNvSpPr txBox="1"/>
          <p:nvPr/>
        </p:nvSpPr>
        <p:spPr>
          <a:xfrm>
            <a:off x="0" y="163860"/>
            <a:ext cx="6096000" cy="1191095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800" b="1" dirty="0"/>
              <a:t>Example 1: Modern Political Structure</a:t>
            </a:r>
          </a:p>
          <a:p>
            <a:r>
              <a:rPr lang="en-US" sz="800" b="1" dirty="0"/>
              <a:t>Context: Political Structure in a Modern Nation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800" b="1" dirty="0"/>
              <a:t>World</a:t>
            </a:r>
            <a:r>
              <a:rPr lang="en-US" sz="800" dirty="0"/>
              <a:t>: Global Nations Organization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800" b="1" dirty="0"/>
              <a:t>Continent</a:t>
            </a:r>
            <a:r>
              <a:rPr lang="en-US" sz="800" dirty="0"/>
              <a:t>: North America</a:t>
            </a:r>
          </a:p>
          <a:p>
            <a:pPr marL="1143000" lvl="2" indent="-228600">
              <a:buFont typeface="Arial" panose="020B0604020202020204" pitchFamily="34" charset="0"/>
              <a:buChar char="•"/>
            </a:pPr>
            <a:r>
              <a:rPr lang="en-US" sz="800" b="1" dirty="0"/>
              <a:t>Country</a:t>
            </a:r>
            <a:r>
              <a:rPr lang="en-US" sz="800" dirty="0"/>
              <a:t>: United States of America</a:t>
            </a:r>
          </a:p>
          <a:p>
            <a:pPr marL="1600200" lvl="3" indent="-228600">
              <a:buFont typeface="Arial" panose="020B0604020202020204" pitchFamily="34" charset="0"/>
              <a:buChar char="•"/>
            </a:pPr>
            <a:r>
              <a:rPr lang="en-US" sz="800" b="1" dirty="0"/>
              <a:t>Region</a:t>
            </a:r>
            <a:r>
              <a:rPr lang="en-US" sz="800" dirty="0"/>
              <a:t>: Pacific Northwest</a:t>
            </a:r>
          </a:p>
          <a:p>
            <a:pPr marL="2057400" lvl="4" indent="-228600">
              <a:buFont typeface="Arial" panose="020B0604020202020204" pitchFamily="34" charset="0"/>
              <a:buChar char="•"/>
            </a:pPr>
            <a:r>
              <a:rPr lang="en-US" sz="800" b="1" dirty="0"/>
              <a:t>Metropole</a:t>
            </a:r>
            <a:r>
              <a:rPr lang="en-US" sz="800" dirty="0"/>
              <a:t>: Seattle</a:t>
            </a:r>
          </a:p>
          <a:p>
            <a:pPr marL="2514600" lvl="5" indent="-228600">
              <a:buFont typeface="Arial" panose="020B0604020202020204" pitchFamily="34" charset="0"/>
              <a:buChar char="•"/>
            </a:pPr>
            <a:r>
              <a:rPr lang="en-US" sz="800" b="1" dirty="0"/>
              <a:t>Town</a:t>
            </a:r>
            <a:r>
              <a:rPr lang="en-US" sz="800" dirty="0"/>
              <a:t>: Capitol Hill</a:t>
            </a:r>
          </a:p>
          <a:p>
            <a:pPr marL="2971800" lvl="6" indent="-228600">
              <a:buFont typeface="Arial" panose="020B0604020202020204" pitchFamily="34" charset="0"/>
              <a:buChar char="•"/>
            </a:pPr>
            <a:r>
              <a:rPr lang="en-US" sz="800" b="1" dirty="0"/>
              <a:t>Individual</a:t>
            </a:r>
            <a:r>
              <a:rPr lang="en-US" sz="800" dirty="0"/>
              <a:t>: Mayor of Seattle</a:t>
            </a:r>
          </a:p>
          <a:p>
            <a:pPr marL="2971800" lvl="6" indent="-228600">
              <a:buFont typeface="Arial" panose="020B0604020202020204" pitchFamily="34" charset="0"/>
              <a:buChar char="•"/>
            </a:pPr>
            <a:r>
              <a:rPr lang="en-US" sz="800" b="1" dirty="0"/>
              <a:t>Individual</a:t>
            </a:r>
            <a:r>
              <a:rPr lang="en-US" sz="800" dirty="0"/>
              <a:t>: Residents</a:t>
            </a:r>
          </a:p>
          <a:p>
            <a:pPr marL="2971800" lvl="6" indent="-228600">
              <a:buFont typeface="Arial" panose="020B0604020202020204" pitchFamily="34" charset="0"/>
              <a:buChar char="•"/>
            </a:pPr>
            <a:r>
              <a:rPr lang="en-US" sz="800" b="1" dirty="0"/>
              <a:t>Individual</a:t>
            </a:r>
            <a:r>
              <a:rPr lang="en-US" sz="800" dirty="0"/>
              <a:t>: Business Owners</a:t>
            </a:r>
          </a:p>
          <a:p>
            <a:r>
              <a:rPr lang="en-US" sz="800" b="1" dirty="0"/>
              <a:t>Relationships: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800" b="1" dirty="0"/>
              <a:t>Hierarchic</a:t>
            </a:r>
            <a:r>
              <a:rPr lang="en-US" sz="800" dirty="0"/>
              <a:t>: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800" dirty="0"/>
              <a:t>Mayor of Seattle -&gt; Residents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800" dirty="0"/>
              <a:t>Federal Government -&gt; State Government -&gt; Local Government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800" b="1" dirty="0"/>
              <a:t>Peer</a:t>
            </a:r>
            <a:r>
              <a:rPr lang="en-US" sz="800" dirty="0"/>
              <a:t>: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800" dirty="0"/>
              <a:t>City Governments (Seattle, Portland, San Francisco)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800" dirty="0"/>
              <a:t>Business Owners within Seattle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800" b="1" dirty="0"/>
              <a:t>Outsiders</a:t>
            </a:r>
            <a:r>
              <a:rPr lang="en-US" sz="800" dirty="0"/>
              <a:t>: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800" dirty="0"/>
              <a:t>Tourists visiting Seattle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800" dirty="0"/>
              <a:t>Non-residents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800" b="1" dirty="0"/>
              <a:t>Competitor</a:t>
            </a:r>
            <a:r>
              <a:rPr lang="en-US" sz="800" dirty="0"/>
              <a:t>: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800" dirty="0"/>
              <a:t>Rival Cities (Seattle vs. Portland)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800" dirty="0"/>
              <a:t>Competing Businesses within the city</a:t>
            </a:r>
          </a:p>
          <a:p>
            <a:r>
              <a:rPr lang="en-US" sz="800" b="1" dirty="0"/>
              <a:t>Example 2: Fantasy Elven Kingdom</a:t>
            </a:r>
          </a:p>
          <a:p>
            <a:r>
              <a:rPr lang="en-US" sz="800" b="1" dirty="0"/>
              <a:t>Context: Hierarchical Social Structure in a Fantasy Setting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800" b="1" dirty="0"/>
              <a:t>World</a:t>
            </a:r>
            <a:r>
              <a:rPr lang="en-US" sz="800" dirty="0"/>
              <a:t>: Elven Realms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800" b="1" dirty="0"/>
              <a:t>Continent</a:t>
            </a:r>
            <a:r>
              <a:rPr lang="en-US" sz="800" dirty="0"/>
              <a:t>: Enchanted Lands</a:t>
            </a:r>
          </a:p>
          <a:p>
            <a:pPr marL="1143000" lvl="2" indent="-228600">
              <a:buFont typeface="Arial" panose="020B0604020202020204" pitchFamily="34" charset="0"/>
              <a:buChar char="•"/>
            </a:pPr>
            <a:r>
              <a:rPr lang="en-US" sz="800" b="1" dirty="0"/>
              <a:t>Country</a:t>
            </a:r>
            <a:r>
              <a:rPr lang="en-US" sz="800" dirty="0"/>
              <a:t>: Forest Kingdom of </a:t>
            </a:r>
            <a:r>
              <a:rPr lang="en-US" sz="800" dirty="0" err="1"/>
              <a:t>Aeloria</a:t>
            </a:r>
            <a:endParaRPr lang="en-US" sz="800" dirty="0"/>
          </a:p>
          <a:p>
            <a:pPr marL="1600200" lvl="3" indent="-228600">
              <a:buFont typeface="Arial" panose="020B0604020202020204" pitchFamily="34" charset="0"/>
              <a:buChar char="•"/>
            </a:pPr>
            <a:r>
              <a:rPr lang="en-US" sz="800" b="1" dirty="0"/>
              <a:t>Region</a:t>
            </a:r>
            <a:r>
              <a:rPr lang="en-US" sz="800" dirty="0"/>
              <a:t>: Silver Forest</a:t>
            </a:r>
          </a:p>
          <a:p>
            <a:pPr marL="2057400" lvl="4" indent="-228600">
              <a:buFont typeface="Arial" panose="020B0604020202020204" pitchFamily="34" charset="0"/>
              <a:buChar char="•"/>
            </a:pPr>
            <a:r>
              <a:rPr lang="en-US" sz="800" b="1" dirty="0"/>
              <a:t>Metropole</a:t>
            </a:r>
            <a:r>
              <a:rPr lang="en-US" sz="800" dirty="0"/>
              <a:t>: Tree City of Elrond</a:t>
            </a:r>
          </a:p>
          <a:p>
            <a:pPr marL="2514600" lvl="5" indent="-228600">
              <a:buFont typeface="Arial" panose="020B0604020202020204" pitchFamily="34" charset="0"/>
              <a:buChar char="•"/>
            </a:pPr>
            <a:r>
              <a:rPr lang="en-US" sz="800" b="1" dirty="0"/>
              <a:t>Town</a:t>
            </a:r>
            <a:r>
              <a:rPr lang="en-US" sz="800" dirty="0"/>
              <a:t>: Village of Fae</a:t>
            </a:r>
          </a:p>
          <a:p>
            <a:pPr marL="2971800" lvl="6" indent="-228600">
              <a:buFont typeface="Arial" panose="020B0604020202020204" pitchFamily="34" charset="0"/>
              <a:buChar char="•"/>
            </a:pPr>
            <a:r>
              <a:rPr lang="en-US" sz="800" b="1" dirty="0"/>
              <a:t>Individual</a:t>
            </a:r>
            <a:r>
              <a:rPr lang="en-US" sz="800" dirty="0"/>
              <a:t>: Chief of Fae</a:t>
            </a:r>
          </a:p>
          <a:p>
            <a:pPr marL="2971800" lvl="6" indent="-228600">
              <a:buFont typeface="Arial" panose="020B0604020202020204" pitchFamily="34" charset="0"/>
              <a:buChar char="•"/>
            </a:pPr>
            <a:r>
              <a:rPr lang="en-US" sz="800" b="1" dirty="0"/>
              <a:t>Individual</a:t>
            </a:r>
            <a:r>
              <a:rPr lang="en-US" sz="800" dirty="0"/>
              <a:t>: Elven Hunters</a:t>
            </a:r>
          </a:p>
          <a:p>
            <a:pPr marL="2971800" lvl="6" indent="-228600">
              <a:buFont typeface="Arial" panose="020B0604020202020204" pitchFamily="34" charset="0"/>
              <a:buChar char="•"/>
            </a:pPr>
            <a:r>
              <a:rPr lang="en-US" sz="800" b="1" dirty="0"/>
              <a:t>Individual</a:t>
            </a:r>
            <a:r>
              <a:rPr lang="en-US" sz="800" dirty="0"/>
              <a:t>: Elders</a:t>
            </a:r>
          </a:p>
          <a:p>
            <a:r>
              <a:rPr lang="en-US" sz="800" b="1" dirty="0"/>
              <a:t>Relationships: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800" b="1" dirty="0"/>
              <a:t>Hierarchic</a:t>
            </a:r>
            <a:r>
              <a:rPr lang="en-US" sz="800" dirty="0"/>
              <a:t>: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800" dirty="0"/>
              <a:t>Chief of Fae -&gt; Elven Hunters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800" dirty="0"/>
              <a:t>High Elven Council -&gt; Regional Leaders -&gt; Local Chiefs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800" b="1" dirty="0"/>
              <a:t>Peer</a:t>
            </a:r>
            <a:r>
              <a:rPr lang="en-US" sz="800" dirty="0"/>
              <a:t>: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800" dirty="0"/>
              <a:t>Different Villages within the Silver Forest (Fae, </a:t>
            </a:r>
            <a:r>
              <a:rPr lang="en-US" sz="800" dirty="0" err="1"/>
              <a:t>Lothloria</a:t>
            </a:r>
            <a:r>
              <a:rPr lang="en-US" sz="800" dirty="0"/>
              <a:t>, </a:t>
            </a:r>
            <a:r>
              <a:rPr lang="en-US" sz="800" dirty="0" err="1"/>
              <a:t>Thranduil</a:t>
            </a:r>
            <a:r>
              <a:rPr lang="en-US" sz="800" dirty="0"/>
              <a:t>)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800" dirty="0"/>
              <a:t>Elders within the same village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800" b="1" dirty="0"/>
              <a:t>Outsiders</a:t>
            </a:r>
            <a:r>
              <a:rPr lang="en-US" sz="800" dirty="0"/>
              <a:t>: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800" dirty="0"/>
              <a:t>Human Settlers near the forest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800" dirty="0"/>
              <a:t>Other non-Elven creatures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800" b="1" dirty="0"/>
              <a:t>Competitor</a:t>
            </a:r>
            <a:r>
              <a:rPr lang="en-US" sz="800" dirty="0"/>
              <a:t>: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800" dirty="0"/>
              <a:t>Rival Villages within the forest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800" dirty="0"/>
              <a:t>Competing factions for resources or influence</a:t>
            </a:r>
          </a:p>
          <a:p>
            <a:r>
              <a:rPr lang="en-US" sz="800" b="1" dirty="0"/>
              <a:t>Example 3: Sci-Fi Galactic Federation</a:t>
            </a:r>
          </a:p>
          <a:p>
            <a:r>
              <a:rPr lang="en-US" sz="800" b="1" dirty="0"/>
              <a:t>Context: Interstellar Political Structure in a Sci-Fi Setting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800" b="1" dirty="0"/>
              <a:t>World</a:t>
            </a:r>
            <a:r>
              <a:rPr lang="en-US" sz="800" dirty="0"/>
              <a:t>: Galactic Federation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800" b="1" dirty="0"/>
              <a:t>Continent</a:t>
            </a:r>
            <a:r>
              <a:rPr lang="en-US" sz="800" dirty="0"/>
              <a:t>: Alpha Sector</a:t>
            </a:r>
          </a:p>
          <a:p>
            <a:pPr marL="1143000" lvl="2" indent="-228600">
              <a:buFont typeface="Arial" panose="020B0604020202020204" pitchFamily="34" charset="0"/>
              <a:buChar char="•"/>
            </a:pPr>
            <a:r>
              <a:rPr lang="en-US" sz="800" b="1" dirty="0"/>
              <a:t>Country</a:t>
            </a:r>
            <a:r>
              <a:rPr lang="en-US" sz="800" dirty="0"/>
              <a:t>: Planet </a:t>
            </a:r>
            <a:r>
              <a:rPr lang="en-US" sz="800" dirty="0" err="1"/>
              <a:t>Zogoria</a:t>
            </a:r>
            <a:endParaRPr lang="en-US" sz="800" dirty="0"/>
          </a:p>
          <a:p>
            <a:pPr marL="1600200" lvl="3" indent="-228600">
              <a:buFont typeface="Arial" panose="020B0604020202020204" pitchFamily="34" charset="0"/>
              <a:buChar char="•"/>
            </a:pPr>
            <a:r>
              <a:rPr lang="en-US" sz="800" b="1" dirty="0"/>
              <a:t>Region</a:t>
            </a:r>
            <a:r>
              <a:rPr lang="en-US" sz="800" dirty="0"/>
              <a:t>: Northern Hemisphere</a:t>
            </a:r>
          </a:p>
          <a:p>
            <a:pPr marL="2057400" lvl="4" indent="-228600">
              <a:buFont typeface="Arial" panose="020B0604020202020204" pitchFamily="34" charset="0"/>
              <a:buChar char="•"/>
            </a:pPr>
            <a:r>
              <a:rPr lang="en-US" sz="800" b="1" dirty="0"/>
              <a:t>Metropole</a:t>
            </a:r>
            <a:r>
              <a:rPr lang="en-US" sz="800" dirty="0"/>
              <a:t>: Capital City of Zog</a:t>
            </a:r>
          </a:p>
          <a:p>
            <a:pPr marL="2514600" lvl="5" indent="-228600">
              <a:buFont typeface="Arial" panose="020B0604020202020204" pitchFamily="34" charset="0"/>
              <a:buChar char="•"/>
            </a:pPr>
            <a:r>
              <a:rPr lang="en-US" sz="800" b="1" dirty="0"/>
              <a:t>Town</a:t>
            </a:r>
            <a:r>
              <a:rPr lang="en-US" sz="800" dirty="0"/>
              <a:t>: Tech District</a:t>
            </a:r>
          </a:p>
          <a:p>
            <a:pPr marL="2971800" lvl="6" indent="-228600">
              <a:buFont typeface="Arial" panose="020B0604020202020204" pitchFamily="34" charset="0"/>
              <a:buChar char="•"/>
            </a:pPr>
            <a:r>
              <a:rPr lang="en-US" sz="800" b="1" dirty="0"/>
              <a:t>Individual</a:t>
            </a:r>
            <a:r>
              <a:rPr lang="en-US" sz="800" dirty="0"/>
              <a:t>: Mayor of Tech District</a:t>
            </a:r>
          </a:p>
          <a:p>
            <a:pPr marL="2971800" lvl="6" indent="-228600">
              <a:buFont typeface="Arial" panose="020B0604020202020204" pitchFamily="34" charset="0"/>
              <a:buChar char="•"/>
            </a:pPr>
            <a:r>
              <a:rPr lang="en-US" sz="800" b="1" dirty="0"/>
              <a:t>Individual</a:t>
            </a:r>
            <a:r>
              <a:rPr lang="en-US" sz="800" dirty="0"/>
              <a:t>: Citizens</a:t>
            </a:r>
          </a:p>
          <a:p>
            <a:pPr marL="2971800" lvl="6" indent="-228600">
              <a:buFont typeface="Arial" panose="020B0604020202020204" pitchFamily="34" charset="0"/>
              <a:buChar char="•"/>
            </a:pPr>
            <a:r>
              <a:rPr lang="en-US" sz="800" b="1" dirty="0"/>
              <a:t>Individual</a:t>
            </a:r>
            <a:r>
              <a:rPr lang="en-US" sz="800" dirty="0"/>
              <a:t>: Scientists</a:t>
            </a:r>
          </a:p>
          <a:p>
            <a:r>
              <a:rPr lang="en-US" sz="800" b="1" dirty="0"/>
              <a:t>Relationships: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800" b="1" dirty="0"/>
              <a:t>Hierarchic</a:t>
            </a:r>
            <a:r>
              <a:rPr lang="en-US" sz="800" dirty="0"/>
              <a:t>: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800" dirty="0"/>
              <a:t>Galactic Senate -&gt; Planetary Governors -&gt; City Mayors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800" dirty="0"/>
              <a:t>Mayor of Tech District -&gt; Scientists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800" b="1" dirty="0"/>
              <a:t>Peer</a:t>
            </a:r>
            <a:r>
              <a:rPr lang="en-US" sz="800" dirty="0"/>
              <a:t>: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800" dirty="0"/>
              <a:t>Tech Cities on different planets within the Alpha Sector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800" dirty="0"/>
              <a:t>Research teams within the Tech District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800" b="1" dirty="0"/>
              <a:t>Outsiders</a:t>
            </a:r>
            <a:r>
              <a:rPr lang="en-US" sz="800" dirty="0"/>
              <a:t>: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800" dirty="0"/>
              <a:t>Traders from other sectors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800" dirty="0"/>
              <a:t>Alien species visiting the planet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800" b="1" dirty="0"/>
              <a:t>Competitor</a:t>
            </a:r>
            <a:r>
              <a:rPr lang="en-US" sz="800" dirty="0"/>
              <a:t>: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800" dirty="0"/>
              <a:t>Rival Tech Cities on the same planet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800" dirty="0"/>
              <a:t>Competing scientific institutions</a:t>
            </a:r>
          </a:p>
          <a:p>
            <a:r>
              <a:rPr lang="en-US" sz="800" b="1" dirty="0"/>
              <a:t>Example 4: Medieval Kingdom</a:t>
            </a:r>
          </a:p>
          <a:p>
            <a:r>
              <a:rPr lang="en-US" sz="800" b="1" dirty="0"/>
              <a:t>Context: Feudal Social Structure in a Medieval Kingdom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800" b="1" dirty="0"/>
              <a:t>World</a:t>
            </a:r>
            <a:r>
              <a:rPr lang="en-US" sz="800" dirty="0"/>
              <a:t>: Kingdom of </a:t>
            </a:r>
            <a:r>
              <a:rPr lang="en-US" sz="800" dirty="0" err="1"/>
              <a:t>Avaloria</a:t>
            </a:r>
            <a:endParaRPr lang="en-US" sz="800" dirty="0"/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800" b="1" dirty="0"/>
              <a:t>Continent</a:t>
            </a:r>
            <a:r>
              <a:rPr lang="en-US" sz="800" dirty="0"/>
              <a:t>: Western Realm</a:t>
            </a:r>
          </a:p>
          <a:p>
            <a:pPr marL="1143000" lvl="2" indent="-228600">
              <a:buFont typeface="Arial" panose="020B0604020202020204" pitchFamily="34" charset="0"/>
              <a:buChar char="•"/>
            </a:pPr>
            <a:r>
              <a:rPr lang="en-US" sz="800" b="1" dirty="0"/>
              <a:t>Country</a:t>
            </a:r>
            <a:r>
              <a:rPr lang="en-US" sz="800" dirty="0"/>
              <a:t>: </a:t>
            </a:r>
            <a:r>
              <a:rPr lang="en-US" sz="800" dirty="0" err="1"/>
              <a:t>Avaloria</a:t>
            </a:r>
            <a:endParaRPr lang="en-US" sz="800" dirty="0"/>
          </a:p>
          <a:p>
            <a:pPr marL="1600200" lvl="3" indent="-228600">
              <a:buFont typeface="Arial" panose="020B0604020202020204" pitchFamily="34" charset="0"/>
              <a:buChar char="•"/>
            </a:pPr>
            <a:r>
              <a:rPr lang="en-US" sz="800" b="1" dirty="0"/>
              <a:t>Region</a:t>
            </a:r>
            <a:r>
              <a:rPr lang="en-US" sz="800" dirty="0"/>
              <a:t>: Eastern Province</a:t>
            </a:r>
          </a:p>
          <a:p>
            <a:pPr marL="2057400" lvl="4" indent="-228600">
              <a:buFont typeface="Arial" panose="020B0604020202020204" pitchFamily="34" charset="0"/>
              <a:buChar char="•"/>
            </a:pPr>
            <a:r>
              <a:rPr lang="en-US" sz="800" b="1" dirty="0"/>
              <a:t>Metropole</a:t>
            </a:r>
            <a:r>
              <a:rPr lang="en-US" sz="800" dirty="0"/>
              <a:t>: Castle Blackstone</a:t>
            </a:r>
          </a:p>
          <a:p>
            <a:pPr marL="2514600" lvl="5" indent="-228600">
              <a:buFont typeface="Arial" panose="020B0604020202020204" pitchFamily="34" charset="0"/>
              <a:buChar char="•"/>
            </a:pPr>
            <a:r>
              <a:rPr lang="en-US" sz="800" b="1" dirty="0"/>
              <a:t>Town</a:t>
            </a:r>
            <a:r>
              <a:rPr lang="en-US" sz="800" dirty="0"/>
              <a:t>: Village of </a:t>
            </a:r>
            <a:r>
              <a:rPr lang="en-US" sz="800" dirty="0" err="1"/>
              <a:t>Redbrook</a:t>
            </a:r>
            <a:endParaRPr lang="en-US" sz="800" dirty="0"/>
          </a:p>
          <a:p>
            <a:pPr marL="2971800" lvl="6" indent="-228600">
              <a:buFont typeface="Arial" panose="020B0604020202020204" pitchFamily="34" charset="0"/>
              <a:buChar char="•"/>
            </a:pPr>
            <a:r>
              <a:rPr lang="en-US" sz="800" b="1" dirty="0"/>
              <a:t>Individual</a:t>
            </a:r>
            <a:r>
              <a:rPr lang="en-US" sz="800" dirty="0"/>
              <a:t>: Lord of </a:t>
            </a:r>
            <a:r>
              <a:rPr lang="en-US" sz="800" dirty="0" err="1"/>
              <a:t>Redbrook</a:t>
            </a:r>
            <a:endParaRPr lang="en-US" sz="800" dirty="0"/>
          </a:p>
          <a:p>
            <a:pPr marL="2971800" lvl="6" indent="-228600">
              <a:buFont typeface="Arial" panose="020B0604020202020204" pitchFamily="34" charset="0"/>
              <a:buChar char="•"/>
            </a:pPr>
            <a:r>
              <a:rPr lang="en-US" sz="800" b="1" dirty="0"/>
              <a:t>Individual</a:t>
            </a:r>
            <a:r>
              <a:rPr lang="en-US" sz="800" dirty="0"/>
              <a:t>: Peasants</a:t>
            </a:r>
          </a:p>
          <a:p>
            <a:pPr marL="2971800" lvl="6" indent="-228600">
              <a:buFont typeface="Arial" panose="020B0604020202020204" pitchFamily="34" charset="0"/>
              <a:buChar char="•"/>
            </a:pPr>
            <a:r>
              <a:rPr lang="en-US" sz="800" b="1" dirty="0"/>
              <a:t>Individual</a:t>
            </a:r>
            <a:r>
              <a:rPr lang="en-US" sz="800" dirty="0"/>
              <a:t>: Knights</a:t>
            </a:r>
          </a:p>
          <a:p>
            <a:r>
              <a:rPr lang="en-US" sz="800" b="1" dirty="0"/>
              <a:t>Relationships: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800" b="1" dirty="0"/>
              <a:t>Hierarchic</a:t>
            </a:r>
            <a:r>
              <a:rPr lang="en-US" sz="800" dirty="0"/>
              <a:t>: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800" dirty="0"/>
              <a:t>King -&gt; Dukes -&gt; Lords -&gt; Knights -&gt; Peasants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800" dirty="0"/>
              <a:t>Lord of </a:t>
            </a:r>
            <a:r>
              <a:rPr lang="en-US" sz="800" dirty="0" err="1"/>
              <a:t>Redbrook</a:t>
            </a:r>
            <a:r>
              <a:rPr lang="en-US" sz="800" dirty="0"/>
              <a:t> -&gt; Knights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800" b="1" dirty="0"/>
              <a:t>Peer</a:t>
            </a:r>
            <a:r>
              <a:rPr lang="en-US" sz="800" dirty="0"/>
              <a:t>: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800" dirty="0"/>
              <a:t>Different Villages (</a:t>
            </a:r>
            <a:r>
              <a:rPr lang="en-US" sz="800" dirty="0" err="1"/>
              <a:t>Redbrook</a:t>
            </a:r>
            <a:r>
              <a:rPr lang="en-US" sz="800" dirty="0"/>
              <a:t>, Greenfield, Bluewater)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800" dirty="0"/>
              <a:t>Lords of neighboring villages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800" b="1" dirty="0"/>
              <a:t>Outsiders</a:t>
            </a:r>
            <a:r>
              <a:rPr lang="en-US" sz="800" dirty="0"/>
              <a:t>: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800" dirty="0"/>
              <a:t>Travelling Merchants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800" dirty="0"/>
              <a:t>Foreign emissaries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800" b="1" dirty="0"/>
              <a:t>Competitor</a:t>
            </a:r>
            <a:r>
              <a:rPr lang="en-US" sz="800" dirty="0"/>
              <a:t>: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800" dirty="0"/>
              <a:t>Rival Lords within the Eastern Province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800" dirty="0"/>
              <a:t>Competing villages for resources</a:t>
            </a:r>
          </a:p>
        </p:txBody>
      </p:sp>
      <p:sp>
        <p:nvSpPr>
          <p:cNvPr id="9" name="ZoneTexte 8">
            <a:extLst>
              <a:ext uri="{FF2B5EF4-FFF2-40B4-BE49-F238E27FC236}">
                <a16:creationId xmlns:a16="http://schemas.microsoft.com/office/drawing/2014/main" id="{185F41B0-E670-CFAF-9CA7-141C917F5125}"/>
              </a:ext>
            </a:extLst>
          </p:cNvPr>
          <p:cNvSpPr txBox="1"/>
          <p:nvPr/>
        </p:nvSpPr>
        <p:spPr>
          <a:xfrm>
            <a:off x="5877846" y="163860"/>
            <a:ext cx="8140700" cy="93256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defTabSz="360000">
              <a:tabLst>
                <a:tab pos="36000" algn="l"/>
              </a:tabLst>
            </a:pPr>
            <a:r>
              <a:rPr lang="en-US" sz="800" b="1" dirty="0"/>
              <a:t>Example 1: Corporate Organization</a:t>
            </a:r>
          </a:p>
          <a:p>
            <a:pPr defTabSz="360000">
              <a:tabLst>
                <a:tab pos="36000" algn="l"/>
              </a:tabLst>
            </a:pPr>
            <a:r>
              <a:rPr lang="en-US" sz="800" b="1" dirty="0"/>
              <a:t>Context: Corporate Hierarchy</a:t>
            </a:r>
          </a:p>
          <a:p>
            <a:pPr defTabSz="360000">
              <a:buFont typeface="Arial" panose="020B0604020202020204" pitchFamily="34" charset="0"/>
              <a:buChar char="•"/>
              <a:tabLst>
                <a:tab pos="36000" algn="l"/>
              </a:tabLst>
            </a:pPr>
            <a:r>
              <a:rPr lang="en-US" sz="800" b="1" dirty="0"/>
              <a:t>World</a:t>
            </a:r>
            <a:r>
              <a:rPr lang="en-US" sz="800" dirty="0"/>
              <a:t>: Global Tech Corporation</a:t>
            </a:r>
          </a:p>
          <a:p>
            <a:pPr marL="742950" lvl="1" indent="-285750" defTabSz="360000">
              <a:buFont typeface="Arial" panose="020B0604020202020204" pitchFamily="34" charset="0"/>
              <a:buChar char="•"/>
              <a:tabLst>
                <a:tab pos="36000" algn="l"/>
              </a:tabLst>
            </a:pPr>
            <a:r>
              <a:rPr lang="en-US" sz="800" b="1" dirty="0"/>
              <a:t>Continent</a:t>
            </a:r>
            <a:r>
              <a:rPr lang="en-US" sz="800" dirty="0"/>
              <a:t>: Divisions</a:t>
            </a:r>
          </a:p>
          <a:p>
            <a:pPr marL="1143000" lvl="2" indent="-228600" defTabSz="360000">
              <a:buFont typeface="Arial" panose="020B0604020202020204" pitchFamily="34" charset="0"/>
              <a:buChar char="•"/>
              <a:tabLst>
                <a:tab pos="36000" algn="l"/>
              </a:tabLst>
            </a:pPr>
            <a:r>
              <a:rPr lang="en-US" sz="800" b="1" dirty="0"/>
              <a:t>Country</a:t>
            </a:r>
            <a:r>
              <a:rPr lang="en-US" sz="800" dirty="0"/>
              <a:t>: Engineering Division</a:t>
            </a:r>
          </a:p>
          <a:p>
            <a:pPr marL="1600200" lvl="3" indent="-228600" defTabSz="360000">
              <a:buFont typeface="Arial" panose="020B0604020202020204" pitchFamily="34" charset="0"/>
              <a:buChar char="•"/>
              <a:tabLst>
                <a:tab pos="36000" algn="l"/>
              </a:tabLst>
            </a:pPr>
            <a:r>
              <a:rPr lang="en-US" sz="800" b="1" dirty="0"/>
              <a:t>Region</a:t>
            </a:r>
            <a:r>
              <a:rPr lang="en-US" sz="800" dirty="0"/>
              <a:t>: Software Department</a:t>
            </a:r>
          </a:p>
          <a:p>
            <a:pPr marL="2057400" lvl="4" indent="-228600" defTabSz="360000">
              <a:buFont typeface="Arial" panose="020B0604020202020204" pitchFamily="34" charset="0"/>
              <a:buChar char="•"/>
              <a:tabLst>
                <a:tab pos="36000" algn="l"/>
              </a:tabLst>
            </a:pPr>
            <a:r>
              <a:rPr lang="en-US" sz="800" b="1" dirty="0"/>
              <a:t>Metropole</a:t>
            </a:r>
            <a:r>
              <a:rPr lang="en-US" sz="800" dirty="0"/>
              <a:t>: Development Team</a:t>
            </a:r>
          </a:p>
          <a:p>
            <a:pPr marL="2514600" lvl="5" indent="-228600" defTabSz="360000">
              <a:buFont typeface="Arial" panose="020B0604020202020204" pitchFamily="34" charset="0"/>
              <a:buChar char="•"/>
              <a:tabLst>
                <a:tab pos="36000" algn="l"/>
              </a:tabLst>
            </a:pPr>
            <a:r>
              <a:rPr lang="en-US" sz="800" b="1" dirty="0"/>
              <a:t>Town</a:t>
            </a:r>
            <a:r>
              <a:rPr lang="en-US" sz="800" dirty="0"/>
              <a:t>: Frontend </a:t>
            </a:r>
            <a:r>
              <a:rPr lang="en-US" sz="800" dirty="0" err="1"/>
              <a:t>Subteam</a:t>
            </a:r>
            <a:endParaRPr lang="en-US" sz="800" dirty="0"/>
          </a:p>
          <a:p>
            <a:pPr marL="2971800" lvl="6" indent="-228600" defTabSz="360000">
              <a:buFont typeface="Arial" panose="020B0604020202020204" pitchFamily="34" charset="0"/>
              <a:buChar char="•"/>
              <a:tabLst>
                <a:tab pos="36000" algn="l"/>
              </a:tabLst>
            </a:pPr>
            <a:r>
              <a:rPr lang="en-US" sz="800" b="1" dirty="0"/>
              <a:t>Individual</a:t>
            </a:r>
            <a:r>
              <a:rPr lang="en-US" sz="800" dirty="0"/>
              <a:t>: Team Leader</a:t>
            </a:r>
          </a:p>
          <a:p>
            <a:pPr marL="2971800" lvl="6" indent="-228600" defTabSz="360000">
              <a:buFont typeface="Arial" panose="020B0604020202020204" pitchFamily="34" charset="0"/>
              <a:buChar char="•"/>
              <a:tabLst>
                <a:tab pos="36000" algn="l"/>
              </a:tabLst>
            </a:pPr>
            <a:r>
              <a:rPr lang="en-US" sz="800" b="1" dirty="0"/>
              <a:t>Individual</a:t>
            </a:r>
            <a:r>
              <a:rPr lang="en-US" sz="800" dirty="0"/>
              <a:t>: Developers</a:t>
            </a:r>
          </a:p>
          <a:p>
            <a:pPr marL="2971800" lvl="6" indent="-228600" defTabSz="360000">
              <a:buFont typeface="Arial" panose="020B0604020202020204" pitchFamily="34" charset="0"/>
              <a:buChar char="•"/>
              <a:tabLst>
                <a:tab pos="36000" algn="l"/>
              </a:tabLst>
            </a:pPr>
            <a:r>
              <a:rPr lang="en-US" sz="800" b="1" dirty="0"/>
              <a:t>Individual</a:t>
            </a:r>
            <a:r>
              <a:rPr lang="en-US" sz="800" dirty="0"/>
              <a:t>: Interns</a:t>
            </a:r>
          </a:p>
          <a:p>
            <a:pPr defTabSz="360000">
              <a:tabLst>
                <a:tab pos="36000" algn="l"/>
              </a:tabLst>
            </a:pPr>
            <a:r>
              <a:rPr lang="en-US" sz="800" b="1" dirty="0"/>
              <a:t>Relationships:</a:t>
            </a:r>
          </a:p>
          <a:p>
            <a:pPr defTabSz="360000">
              <a:buFont typeface="Arial" panose="020B0604020202020204" pitchFamily="34" charset="0"/>
              <a:buChar char="•"/>
              <a:tabLst>
                <a:tab pos="36000" algn="l"/>
              </a:tabLst>
            </a:pPr>
            <a:r>
              <a:rPr lang="en-US" sz="800" b="1" dirty="0"/>
              <a:t>Hierarchic</a:t>
            </a:r>
            <a:r>
              <a:rPr lang="en-US" sz="800" dirty="0"/>
              <a:t>:</a:t>
            </a:r>
          </a:p>
          <a:p>
            <a:pPr marL="742950" lvl="1" indent="-285750" defTabSz="360000">
              <a:buFont typeface="Arial" panose="020B0604020202020204" pitchFamily="34" charset="0"/>
              <a:buChar char="•"/>
              <a:tabLst>
                <a:tab pos="36000" algn="l"/>
              </a:tabLst>
            </a:pPr>
            <a:r>
              <a:rPr lang="en-US" sz="800" dirty="0"/>
              <a:t>CEO -&gt; Division Heads -&gt; Department Managers -&gt; Team Leaders -&gt; Developers</a:t>
            </a:r>
          </a:p>
          <a:p>
            <a:pPr marL="742950" lvl="1" indent="-285750" defTabSz="360000">
              <a:buFont typeface="Arial" panose="020B0604020202020204" pitchFamily="34" charset="0"/>
              <a:buChar char="•"/>
              <a:tabLst>
                <a:tab pos="36000" algn="l"/>
              </a:tabLst>
            </a:pPr>
            <a:r>
              <a:rPr lang="en-US" sz="800" dirty="0"/>
              <a:t>Team Leader -&gt; Developers</a:t>
            </a:r>
          </a:p>
          <a:p>
            <a:pPr defTabSz="360000">
              <a:buFont typeface="Arial" panose="020B0604020202020204" pitchFamily="34" charset="0"/>
              <a:buChar char="•"/>
              <a:tabLst>
                <a:tab pos="36000" algn="l"/>
              </a:tabLst>
            </a:pPr>
            <a:r>
              <a:rPr lang="en-US" sz="800" b="1" dirty="0"/>
              <a:t>Peer</a:t>
            </a:r>
            <a:r>
              <a:rPr lang="en-US" sz="800" dirty="0"/>
              <a:t>:</a:t>
            </a:r>
          </a:p>
          <a:p>
            <a:pPr marL="742950" lvl="1" indent="-285750" defTabSz="360000">
              <a:buFont typeface="Arial" panose="020B0604020202020204" pitchFamily="34" charset="0"/>
              <a:buChar char="•"/>
              <a:tabLst>
                <a:tab pos="36000" algn="l"/>
              </a:tabLst>
            </a:pPr>
            <a:r>
              <a:rPr lang="en-US" sz="800" dirty="0"/>
              <a:t>Different Development Teams (Frontend, Backend, DevOps)</a:t>
            </a:r>
          </a:p>
          <a:p>
            <a:pPr marL="742950" lvl="1" indent="-285750" defTabSz="360000">
              <a:buFont typeface="Arial" panose="020B0604020202020204" pitchFamily="34" charset="0"/>
              <a:buChar char="•"/>
              <a:tabLst>
                <a:tab pos="36000" algn="l"/>
              </a:tabLst>
            </a:pPr>
            <a:r>
              <a:rPr lang="en-US" sz="800" dirty="0"/>
              <a:t>Developers within the same team</a:t>
            </a:r>
          </a:p>
          <a:p>
            <a:pPr defTabSz="360000">
              <a:buFont typeface="Arial" panose="020B0604020202020204" pitchFamily="34" charset="0"/>
              <a:buChar char="•"/>
              <a:tabLst>
                <a:tab pos="36000" algn="l"/>
              </a:tabLst>
            </a:pPr>
            <a:r>
              <a:rPr lang="en-US" sz="800" b="1" dirty="0"/>
              <a:t>Outsiders</a:t>
            </a:r>
            <a:r>
              <a:rPr lang="en-US" sz="800" dirty="0"/>
              <a:t>:</a:t>
            </a:r>
          </a:p>
          <a:p>
            <a:pPr marL="742950" lvl="1" indent="-285750" defTabSz="360000">
              <a:buFont typeface="Arial" panose="020B0604020202020204" pitchFamily="34" charset="0"/>
              <a:buChar char="•"/>
              <a:tabLst>
                <a:tab pos="36000" algn="l"/>
              </a:tabLst>
            </a:pPr>
            <a:r>
              <a:rPr lang="en-US" sz="800" dirty="0"/>
              <a:t>External Consultants</a:t>
            </a:r>
          </a:p>
          <a:p>
            <a:pPr marL="742950" lvl="1" indent="-285750" defTabSz="360000">
              <a:buFont typeface="Arial" panose="020B0604020202020204" pitchFamily="34" charset="0"/>
              <a:buChar char="•"/>
              <a:tabLst>
                <a:tab pos="36000" algn="l"/>
              </a:tabLst>
            </a:pPr>
            <a:r>
              <a:rPr lang="en-US" sz="800" dirty="0"/>
              <a:t>Temporary Contractors</a:t>
            </a:r>
          </a:p>
          <a:p>
            <a:pPr defTabSz="360000">
              <a:buFont typeface="Arial" panose="020B0604020202020204" pitchFamily="34" charset="0"/>
              <a:buChar char="•"/>
              <a:tabLst>
                <a:tab pos="36000" algn="l"/>
              </a:tabLst>
            </a:pPr>
            <a:r>
              <a:rPr lang="en-US" sz="800" b="1" dirty="0"/>
              <a:t>Competitor</a:t>
            </a:r>
            <a:r>
              <a:rPr lang="en-US" sz="800" dirty="0"/>
              <a:t>:</a:t>
            </a:r>
          </a:p>
          <a:p>
            <a:pPr marL="742950" lvl="1" indent="-285750" defTabSz="360000">
              <a:buFont typeface="Arial" panose="020B0604020202020204" pitchFamily="34" charset="0"/>
              <a:buChar char="•"/>
              <a:tabLst>
                <a:tab pos="36000" algn="l"/>
              </a:tabLst>
            </a:pPr>
            <a:r>
              <a:rPr lang="en-US" sz="800" dirty="0"/>
              <a:t>Rival Companies</a:t>
            </a:r>
          </a:p>
          <a:p>
            <a:pPr marL="742950" lvl="1" indent="-285750" defTabSz="360000">
              <a:buFont typeface="Arial" panose="020B0604020202020204" pitchFamily="34" charset="0"/>
              <a:buChar char="•"/>
              <a:tabLst>
                <a:tab pos="36000" algn="l"/>
              </a:tabLst>
            </a:pPr>
            <a:r>
              <a:rPr lang="en-US" sz="800" dirty="0"/>
              <a:t>Competing Teams within the corporation for resources or recognition</a:t>
            </a:r>
          </a:p>
          <a:p>
            <a:pPr lvl="1" defTabSz="360000">
              <a:tabLst>
                <a:tab pos="36000" algn="l"/>
              </a:tabLst>
            </a:pPr>
            <a:endParaRPr lang="en-US" sz="800" dirty="0"/>
          </a:p>
          <a:p>
            <a:pPr defTabSz="360000">
              <a:tabLst>
                <a:tab pos="36000" algn="l"/>
              </a:tabLst>
            </a:pPr>
            <a:r>
              <a:rPr lang="en-US" sz="800" b="1" dirty="0"/>
              <a:t>Example 2: Academic Institution</a:t>
            </a:r>
          </a:p>
          <a:p>
            <a:pPr defTabSz="360000">
              <a:tabLst>
                <a:tab pos="36000" algn="l"/>
              </a:tabLst>
            </a:pPr>
            <a:r>
              <a:rPr lang="en-US" sz="800" b="1" dirty="0"/>
              <a:t>Context: University Structure</a:t>
            </a:r>
          </a:p>
          <a:p>
            <a:pPr defTabSz="360000">
              <a:buFont typeface="Arial" panose="020B0604020202020204" pitchFamily="34" charset="0"/>
              <a:buChar char="•"/>
              <a:tabLst>
                <a:tab pos="36000" algn="l"/>
              </a:tabLst>
            </a:pPr>
            <a:r>
              <a:rPr lang="en-US" sz="800" b="1" dirty="0"/>
              <a:t>World</a:t>
            </a:r>
            <a:r>
              <a:rPr lang="en-US" sz="800" dirty="0"/>
              <a:t>: Global University Network</a:t>
            </a:r>
          </a:p>
          <a:p>
            <a:pPr marL="742950" lvl="1" indent="-285750" defTabSz="360000">
              <a:buFont typeface="Arial" panose="020B0604020202020204" pitchFamily="34" charset="0"/>
              <a:buChar char="•"/>
              <a:tabLst>
                <a:tab pos="36000" algn="l"/>
              </a:tabLst>
            </a:pPr>
            <a:r>
              <a:rPr lang="en-US" sz="800" b="1" dirty="0"/>
              <a:t>Continent</a:t>
            </a:r>
            <a:r>
              <a:rPr lang="en-US" sz="800" dirty="0"/>
              <a:t>: Faculties</a:t>
            </a:r>
          </a:p>
          <a:p>
            <a:pPr marL="1143000" lvl="2" indent="-228600" defTabSz="360000">
              <a:buFont typeface="Arial" panose="020B0604020202020204" pitchFamily="34" charset="0"/>
              <a:buChar char="•"/>
              <a:tabLst>
                <a:tab pos="36000" algn="l"/>
              </a:tabLst>
            </a:pPr>
            <a:r>
              <a:rPr lang="en-US" sz="800" b="1" dirty="0"/>
              <a:t>Country</a:t>
            </a:r>
            <a:r>
              <a:rPr lang="en-US" sz="800" dirty="0"/>
              <a:t>: Faculty of Sciences</a:t>
            </a:r>
          </a:p>
          <a:p>
            <a:pPr marL="1600200" lvl="3" indent="-228600" defTabSz="360000">
              <a:buFont typeface="Arial" panose="020B0604020202020204" pitchFamily="34" charset="0"/>
              <a:buChar char="•"/>
              <a:tabLst>
                <a:tab pos="36000" algn="l"/>
              </a:tabLst>
            </a:pPr>
            <a:r>
              <a:rPr lang="en-US" sz="800" b="1" dirty="0"/>
              <a:t>Region</a:t>
            </a:r>
            <a:r>
              <a:rPr lang="en-US" sz="800" dirty="0"/>
              <a:t>: Department of Biology</a:t>
            </a:r>
          </a:p>
          <a:p>
            <a:pPr marL="2057400" lvl="4" indent="-228600" defTabSz="360000">
              <a:buFont typeface="Arial" panose="020B0604020202020204" pitchFamily="34" charset="0"/>
              <a:buChar char="•"/>
              <a:tabLst>
                <a:tab pos="36000" algn="l"/>
              </a:tabLst>
            </a:pPr>
            <a:r>
              <a:rPr lang="en-US" sz="800" b="1" dirty="0"/>
              <a:t>Metropole</a:t>
            </a:r>
            <a:r>
              <a:rPr lang="en-US" sz="800" dirty="0"/>
              <a:t>: Research Group</a:t>
            </a:r>
          </a:p>
          <a:p>
            <a:pPr marL="2514600" lvl="5" indent="-228600" defTabSz="360000">
              <a:buFont typeface="Arial" panose="020B0604020202020204" pitchFamily="34" charset="0"/>
              <a:buChar char="•"/>
              <a:tabLst>
                <a:tab pos="36000" algn="l"/>
              </a:tabLst>
            </a:pPr>
            <a:r>
              <a:rPr lang="en-US" sz="800" b="1" dirty="0"/>
              <a:t>Town</a:t>
            </a:r>
            <a:r>
              <a:rPr lang="en-US" sz="800" dirty="0"/>
              <a:t>: Genetics Lab</a:t>
            </a:r>
          </a:p>
          <a:p>
            <a:pPr marL="2971800" lvl="6" indent="-228600" defTabSz="360000">
              <a:buFont typeface="Arial" panose="020B0604020202020204" pitchFamily="34" charset="0"/>
              <a:buChar char="•"/>
              <a:tabLst>
                <a:tab pos="36000" algn="l"/>
              </a:tabLst>
            </a:pPr>
            <a:r>
              <a:rPr lang="en-US" sz="800" b="1" dirty="0"/>
              <a:t>Individual</a:t>
            </a:r>
            <a:r>
              <a:rPr lang="en-US" sz="800" dirty="0"/>
              <a:t>: Principal Investigator (PI)</a:t>
            </a:r>
          </a:p>
          <a:p>
            <a:pPr marL="2971800" lvl="6" indent="-228600" defTabSz="360000">
              <a:buFont typeface="Arial" panose="020B0604020202020204" pitchFamily="34" charset="0"/>
              <a:buChar char="•"/>
              <a:tabLst>
                <a:tab pos="36000" algn="l"/>
              </a:tabLst>
            </a:pPr>
            <a:r>
              <a:rPr lang="en-US" sz="800" b="1" dirty="0"/>
              <a:t>Individual</a:t>
            </a:r>
            <a:r>
              <a:rPr lang="en-US" sz="800" dirty="0"/>
              <a:t>: Postdoctoral Researchers</a:t>
            </a:r>
          </a:p>
          <a:p>
            <a:pPr marL="2971800" lvl="6" indent="-228600" defTabSz="360000">
              <a:buFont typeface="Arial" panose="020B0604020202020204" pitchFamily="34" charset="0"/>
              <a:buChar char="•"/>
              <a:tabLst>
                <a:tab pos="36000" algn="l"/>
              </a:tabLst>
            </a:pPr>
            <a:r>
              <a:rPr lang="en-US" sz="800" b="1" dirty="0"/>
              <a:t>Individual</a:t>
            </a:r>
            <a:r>
              <a:rPr lang="en-US" sz="800" dirty="0"/>
              <a:t>: Graduate Students</a:t>
            </a:r>
          </a:p>
          <a:p>
            <a:pPr defTabSz="360000">
              <a:tabLst>
                <a:tab pos="36000" algn="l"/>
              </a:tabLst>
            </a:pPr>
            <a:r>
              <a:rPr lang="en-US" sz="800" b="1" dirty="0"/>
              <a:t>Relationships:</a:t>
            </a:r>
          </a:p>
          <a:p>
            <a:pPr defTabSz="360000">
              <a:buFont typeface="Arial" panose="020B0604020202020204" pitchFamily="34" charset="0"/>
              <a:buChar char="•"/>
              <a:tabLst>
                <a:tab pos="36000" algn="l"/>
              </a:tabLst>
            </a:pPr>
            <a:r>
              <a:rPr lang="en-US" sz="800" b="1" dirty="0"/>
              <a:t>Hierarchic</a:t>
            </a:r>
            <a:r>
              <a:rPr lang="en-US" sz="800" dirty="0"/>
              <a:t>:</a:t>
            </a:r>
          </a:p>
          <a:p>
            <a:pPr marL="742950" lvl="1" indent="-285750" defTabSz="360000">
              <a:buFont typeface="Arial" panose="020B0604020202020204" pitchFamily="34" charset="0"/>
              <a:buChar char="•"/>
              <a:tabLst>
                <a:tab pos="36000" algn="l"/>
              </a:tabLst>
            </a:pPr>
            <a:r>
              <a:rPr lang="en-US" sz="800" dirty="0"/>
              <a:t>University President -&gt; Faculty Deans -&gt; Department Chairs -&gt; Principal Investigators -&gt; Researchers</a:t>
            </a:r>
          </a:p>
          <a:p>
            <a:pPr marL="742950" lvl="1" indent="-285750" defTabSz="360000">
              <a:buFont typeface="Arial" panose="020B0604020202020204" pitchFamily="34" charset="0"/>
              <a:buChar char="•"/>
              <a:tabLst>
                <a:tab pos="36000" algn="l"/>
              </a:tabLst>
            </a:pPr>
            <a:r>
              <a:rPr lang="en-US" sz="800" dirty="0"/>
              <a:t>PI -&gt; Postdoctoral Researchers -&gt; Graduate Students</a:t>
            </a:r>
          </a:p>
          <a:p>
            <a:pPr defTabSz="360000">
              <a:buFont typeface="Arial" panose="020B0604020202020204" pitchFamily="34" charset="0"/>
              <a:buChar char="•"/>
              <a:tabLst>
                <a:tab pos="36000" algn="l"/>
              </a:tabLst>
            </a:pPr>
            <a:r>
              <a:rPr lang="en-US" sz="800" b="1" dirty="0"/>
              <a:t>Peer</a:t>
            </a:r>
            <a:r>
              <a:rPr lang="en-US" sz="800" dirty="0"/>
              <a:t>:</a:t>
            </a:r>
          </a:p>
          <a:p>
            <a:pPr marL="742950" lvl="1" indent="-285750" defTabSz="360000">
              <a:buFont typeface="Arial" panose="020B0604020202020204" pitchFamily="34" charset="0"/>
              <a:buChar char="•"/>
              <a:tabLst>
                <a:tab pos="36000" algn="l"/>
              </a:tabLst>
            </a:pPr>
            <a:r>
              <a:rPr lang="en-US" sz="800" dirty="0"/>
              <a:t>Different Research Groups within the Department</a:t>
            </a:r>
          </a:p>
          <a:p>
            <a:pPr marL="742950" lvl="1" indent="-285750" defTabSz="360000">
              <a:buFont typeface="Arial" panose="020B0604020202020204" pitchFamily="34" charset="0"/>
              <a:buChar char="•"/>
              <a:tabLst>
                <a:tab pos="36000" algn="l"/>
              </a:tabLst>
            </a:pPr>
            <a:r>
              <a:rPr lang="en-US" sz="800" dirty="0"/>
              <a:t>Researchers within the same lab</a:t>
            </a:r>
          </a:p>
          <a:p>
            <a:pPr defTabSz="360000">
              <a:buFont typeface="Arial" panose="020B0604020202020204" pitchFamily="34" charset="0"/>
              <a:buChar char="•"/>
              <a:tabLst>
                <a:tab pos="36000" algn="l"/>
              </a:tabLst>
            </a:pPr>
            <a:r>
              <a:rPr lang="en-US" sz="800" b="1" dirty="0"/>
              <a:t>Outsiders</a:t>
            </a:r>
            <a:r>
              <a:rPr lang="en-US" sz="800" dirty="0"/>
              <a:t>:</a:t>
            </a:r>
          </a:p>
          <a:p>
            <a:pPr marL="742950" lvl="1" indent="-285750" defTabSz="360000">
              <a:buFont typeface="Arial" panose="020B0604020202020204" pitchFamily="34" charset="0"/>
              <a:buChar char="•"/>
              <a:tabLst>
                <a:tab pos="36000" algn="l"/>
              </a:tabLst>
            </a:pPr>
            <a:r>
              <a:rPr lang="en-US" sz="800" dirty="0"/>
              <a:t>Visiting Scholars</a:t>
            </a:r>
          </a:p>
          <a:p>
            <a:pPr marL="742950" lvl="1" indent="-285750" defTabSz="360000">
              <a:buFont typeface="Arial" panose="020B0604020202020204" pitchFamily="34" charset="0"/>
              <a:buChar char="•"/>
              <a:tabLst>
                <a:tab pos="36000" algn="l"/>
              </a:tabLst>
            </a:pPr>
            <a:r>
              <a:rPr lang="en-US" sz="800" dirty="0"/>
              <a:t>Research Collaborators from other institutions</a:t>
            </a:r>
          </a:p>
          <a:p>
            <a:pPr defTabSz="360000">
              <a:buFont typeface="Arial" panose="020B0604020202020204" pitchFamily="34" charset="0"/>
              <a:buChar char="•"/>
              <a:tabLst>
                <a:tab pos="36000" algn="l"/>
              </a:tabLst>
            </a:pPr>
            <a:r>
              <a:rPr lang="en-US" sz="800" b="1" dirty="0"/>
              <a:t>Competitor</a:t>
            </a:r>
            <a:r>
              <a:rPr lang="en-US" sz="800" dirty="0"/>
              <a:t>:</a:t>
            </a:r>
          </a:p>
          <a:p>
            <a:pPr marL="742950" lvl="1" indent="-285750" defTabSz="360000">
              <a:buFont typeface="Arial" panose="020B0604020202020204" pitchFamily="34" charset="0"/>
              <a:buChar char="•"/>
              <a:tabLst>
                <a:tab pos="36000" algn="l"/>
              </a:tabLst>
            </a:pPr>
            <a:r>
              <a:rPr lang="en-US" sz="800" dirty="0"/>
              <a:t>Competing Research Groups within the university</a:t>
            </a:r>
          </a:p>
          <a:p>
            <a:pPr marL="742950" lvl="1" indent="-285750" defTabSz="360000">
              <a:buFont typeface="Arial" panose="020B0604020202020204" pitchFamily="34" charset="0"/>
              <a:buChar char="•"/>
              <a:tabLst>
                <a:tab pos="36000" algn="l"/>
              </a:tabLst>
            </a:pPr>
            <a:r>
              <a:rPr lang="en-US" sz="800" dirty="0"/>
              <a:t>Rival universities and research institutions</a:t>
            </a:r>
          </a:p>
          <a:p>
            <a:pPr marL="742950" lvl="1" indent="-285750" defTabSz="360000">
              <a:buFont typeface="Arial" panose="020B0604020202020204" pitchFamily="34" charset="0"/>
              <a:buChar char="•"/>
              <a:tabLst>
                <a:tab pos="36000" algn="l"/>
              </a:tabLst>
            </a:pPr>
            <a:endParaRPr lang="en-US" sz="800" dirty="0"/>
          </a:p>
          <a:p>
            <a:pPr marL="742950" lvl="1" indent="-285750" defTabSz="360000">
              <a:buFont typeface="Arial" panose="020B0604020202020204" pitchFamily="34" charset="0"/>
              <a:buChar char="•"/>
              <a:tabLst>
                <a:tab pos="36000" algn="l"/>
              </a:tabLst>
            </a:pPr>
            <a:endParaRPr lang="en-US" sz="800" dirty="0"/>
          </a:p>
          <a:p>
            <a:pPr defTabSz="360000">
              <a:tabLst>
                <a:tab pos="36000" algn="l"/>
              </a:tabLst>
            </a:pPr>
            <a:r>
              <a:rPr lang="en-US" sz="800" b="1" dirty="0"/>
              <a:t>Example 3: Fantasy Guild</a:t>
            </a:r>
          </a:p>
          <a:p>
            <a:pPr defTabSz="360000">
              <a:tabLst>
                <a:tab pos="36000" algn="l"/>
              </a:tabLst>
            </a:pPr>
            <a:r>
              <a:rPr lang="en-US" sz="800" b="1" dirty="0"/>
              <a:t>Context: Fantasy Adventurers' Guild</a:t>
            </a:r>
          </a:p>
          <a:p>
            <a:pPr defTabSz="360000">
              <a:buFont typeface="Arial" panose="020B0604020202020204" pitchFamily="34" charset="0"/>
              <a:buChar char="•"/>
              <a:tabLst>
                <a:tab pos="36000" algn="l"/>
              </a:tabLst>
            </a:pPr>
            <a:r>
              <a:rPr lang="en-US" sz="800" b="1" dirty="0"/>
              <a:t>World</a:t>
            </a:r>
            <a:r>
              <a:rPr lang="en-US" sz="800" dirty="0"/>
              <a:t>: United Guild of Adventurers</a:t>
            </a:r>
          </a:p>
          <a:p>
            <a:pPr marL="742950" lvl="1" indent="-285750" defTabSz="360000">
              <a:buFont typeface="Arial" panose="020B0604020202020204" pitchFamily="34" charset="0"/>
              <a:buChar char="•"/>
              <a:tabLst>
                <a:tab pos="36000" algn="l"/>
              </a:tabLst>
            </a:pPr>
            <a:r>
              <a:rPr lang="en-US" sz="800" b="1" dirty="0"/>
              <a:t>Continent</a:t>
            </a:r>
            <a:r>
              <a:rPr lang="en-US" sz="800" dirty="0"/>
              <a:t>: Guild Branches</a:t>
            </a:r>
          </a:p>
          <a:p>
            <a:pPr marL="1143000" lvl="2" indent="-228600" defTabSz="360000">
              <a:buFont typeface="Arial" panose="020B0604020202020204" pitchFamily="34" charset="0"/>
              <a:buChar char="•"/>
              <a:tabLst>
                <a:tab pos="36000" algn="l"/>
              </a:tabLst>
            </a:pPr>
            <a:r>
              <a:rPr lang="en-US" sz="800" b="1" dirty="0"/>
              <a:t>Country</a:t>
            </a:r>
            <a:r>
              <a:rPr lang="en-US" sz="800" dirty="0"/>
              <a:t>: Eastern Branch</a:t>
            </a:r>
          </a:p>
          <a:p>
            <a:pPr marL="1600200" lvl="3" indent="-228600" defTabSz="360000">
              <a:buFont typeface="Arial" panose="020B0604020202020204" pitchFamily="34" charset="0"/>
              <a:buChar char="•"/>
              <a:tabLst>
                <a:tab pos="36000" algn="l"/>
              </a:tabLst>
            </a:pPr>
            <a:r>
              <a:rPr lang="en-US" sz="800" b="1" dirty="0"/>
              <a:t>Region</a:t>
            </a:r>
            <a:r>
              <a:rPr lang="en-US" sz="800" dirty="0"/>
              <a:t>: Combat Division</a:t>
            </a:r>
          </a:p>
          <a:p>
            <a:pPr marL="2057400" lvl="4" indent="-228600" defTabSz="360000">
              <a:buFont typeface="Arial" panose="020B0604020202020204" pitchFamily="34" charset="0"/>
              <a:buChar char="•"/>
              <a:tabLst>
                <a:tab pos="36000" algn="l"/>
              </a:tabLst>
            </a:pPr>
            <a:r>
              <a:rPr lang="en-US" sz="800" b="1" dirty="0"/>
              <a:t>Metropole</a:t>
            </a:r>
            <a:r>
              <a:rPr lang="en-US" sz="800" dirty="0"/>
              <a:t>: Warrior Team</a:t>
            </a:r>
          </a:p>
          <a:p>
            <a:pPr marL="2514600" lvl="5" indent="-228600" defTabSz="360000">
              <a:buFont typeface="Arial" panose="020B0604020202020204" pitchFamily="34" charset="0"/>
              <a:buChar char="•"/>
              <a:tabLst>
                <a:tab pos="36000" algn="l"/>
              </a:tabLst>
            </a:pPr>
            <a:r>
              <a:rPr lang="en-US" sz="800" b="1" dirty="0"/>
              <a:t>Town</a:t>
            </a:r>
            <a:r>
              <a:rPr lang="en-US" sz="800" dirty="0"/>
              <a:t>: Swordfighters Squad</a:t>
            </a:r>
          </a:p>
          <a:p>
            <a:pPr marL="2971800" lvl="6" indent="-228600" defTabSz="360000">
              <a:buFont typeface="Arial" panose="020B0604020202020204" pitchFamily="34" charset="0"/>
              <a:buChar char="•"/>
              <a:tabLst>
                <a:tab pos="36000" algn="l"/>
              </a:tabLst>
            </a:pPr>
            <a:r>
              <a:rPr lang="en-US" sz="800" b="1" dirty="0"/>
              <a:t>Individual</a:t>
            </a:r>
            <a:r>
              <a:rPr lang="en-US" sz="800" dirty="0"/>
              <a:t>: Squad Leader</a:t>
            </a:r>
          </a:p>
          <a:p>
            <a:pPr marL="2971800" lvl="6" indent="-228600" defTabSz="360000">
              <a:buFont typeface="Arial" panose="020B0604020202020204" pitchFamily="34" charset="0"/>
              <a:buChar char="•"/>
              <a:tabLst>
                <a:tab pos="36000" algn="l"/>
              </a:tabLst>
            </a:pPr>
            <a:r>
              <a:rPr lang="en-US" sz="800" b="1" dirty="0"/>
              <a:t>Individual</a:t>
            </a:r>
            <a:r>
              <a:rPr lang="en-US" sz="800" dirty="0"/>
              <a:t>: Experienced Warriors</a:t>
            </a:r>
          </a:p>
          <a:p>
            <a:pPr marL="2971800" lvl="6" indent="-228600" defTabSz="360000">
              <a:buFont typeface="Arial" panose="020B0604020202020204" pitchFamily="34" charset="0"/>
              <a:buChar char="•"/>
              <a:tabLst>
                <a:tab pos="36000" algn="l"/>
              </a:tabLst>
            </a:pPr>
            <a:r>
              <a:rPr lang="en-US" sz="800" b="1" dirty="0"/>
              <a:t>Individual</a:t>
            </a:r>
            <a:r>
              <a:rPr lang="en-US" sz="800" dirty="0"/>
              <a:t>: New Recruits</a:t>
            </a:r>
          </a:p>
          <a:p>
            <a:pPr defTabSz="360000">
              <a:tabLst>
                <a:tab pos="36000" algn="l"/>
              </a:tabLst>
            </a:pPr>
            <a:r>
              <a:rPr lang="en-US" sz="800" b="1" dirty="0"/>
              <a:t>Relationships:</a:t>
            </a:r>
          </a:p>
          <a:p>
            <a:pPr defTabSz="360000">
              <a:buFont typeface="Arial" panose="020B0604020202020204" pitchFamily="34" charset="0"/>
              <a:buChar char="•"/>
              <a:tabLst>
                <a:tab pos="36000" algn="l"/>
              </a:tabLst>
            </a:pPr>
            <a:r>
              <a:rPr lang="en-US" sz="800" b="1" dirty="0"/>
              <a:t>Hierarchic</a:t>
            </a:r>
            <a:r>
              <a:rPr lang="en-US" sz="800" dirty="0"/>
              <a:t>:</a:t>
            </a:r>
          </a:p>
          <a:p>
            <a:pPr marL="742950" lvl="1" indent="-285750" defTabSz="360000">
              <a:buFont typeface="Arial" panose="020B0604020202020204" pitchFamily="34" charset="0"/>
              <a:buChar char="•"/>
              <a:tabLst>
                <a:tab pos="36000" algn="l"/>
              </a:tabLst>
            </a:pPr>
            <a:r>
              <a:rPr lang="en-US" sz="800" dirty="0"/>
              <a:t>Guild Master -&gt; Branch Leaders -&gt; Division Heads -&gt; Team Leaders -&gt; Squad Members</a:t>
            </a:r>
          </a:p>
          <a:p>
            <a:pPr marL="742950" lvl="1" indent="-285750" defTabSz="360000">
              <a:buFont typeface="Arial" panose="020B0604020202020204" pitchFamily="34" charset="0"/>
              <a:buChar char="•"/>
              <a:tabLst>
                <a:tab pos="36000" algn="l"/>
              </a:tabLst>
            </a:pPr>
            <a:r>
              <a:rPr lang="en-US" sz="800" dirty="0"/>
              <a:t>Squad Leader -&gt; Experienced Warriors -&gt; New Recruits</a:t>
            </a:r>
          </a:p>
          <a:p>
            <a:pPr defTabSz="360000">
              <a:buFont typeface="Arial" panose="020B0604020202020204" pitchFamily="34" charset="0"/>
              <a:buChar char="•"/>
              <a:tabLst>
                <a:tab pos="36000" algn="l"/>
              </a:tabLst>
            </a:pPr>
            <a:r>
              <a:rPr lang="en-US" sz="800" b="1" dirty="0"/>
              <a:t>Peer</a:t>
            </a:r>
            <a:r>
              <a:rPr lang="en-US" sz="800" dirty="0"/>
              <a:t>:</a:t>
            </a:r>
          </a:p>
          <a:p>
            <a:pPr marL="742950" lvl="1" indent="-285750" defTabSz="360000">
              <a:buFont typeface="Arial" panose="020B0604020202020204" pitchFamily="34" charset="0"/>
              <a:buChar char="•"/>
              <a:tabLst>
                <a:tab pos="36000" algn="l"/>
              </a:tabLst>
            </a:pPr>
            <a:r>
              <a:rPr lang="en-US" sz="800" dirty="0"/>
              <a:t>Different Squads within the Combat Division (Swordfighters, Archers, Mages)</a:t>
            </a:r>
          </a:p>
          <a:p>
            <a:pPr marL="742950" lvl="1" indent="-285750" defTabSz="360000">
              <a:buFont typeface="Arial" panose="020B0604020202020204" pitchFamily="34" charset="0"/>
              <a:buChar char="•"/>
              <a:tabLst>
                <a:tab pos="36000" algn="l"/>
              </a:tabLst>
            </a:pPr>
            <a:r>
              <a:rPr lang="en-US" sz="800" dirty="0"/>
              <a:t>Warriors within the same squad</a:t>
            </a:r>
          </a:p>
          <a:p>
            <a:pPr defTabSz="360000">
              <a:buFont typeface="Arial" panose="020B0604020202020204" pitchFamily="34" charset="0"/>
              <a:buChar char="•"/>
              <a:tabLst>
                <a:tab pos="36000" algn="l"/>
              </a:tabLst>
            </a:pPr>
            <a:r>
              <a:rPr lang="en-US" sz="800" b="1" dirty="0"/>
              <a:t>Outsiders</a:t>
            </a:r>
            <a:r>
              <a:rPr lang="en-US" sz="800" dirty="0"/>
              <a:t>:</a:t>
            </a:r>
          </a:p>
          <a:p>
            <a:pPr marL="742950" lvl="1" indent="-285750" defTabSz="360000">
              <a:buFont typeface="Arial" panose="020B0604020202020204" pitchFamily="34" charset="0"/>
              <a:buChar char="•"/>
              <a:tabLst>
                <a:tab pos="36000" algn="l"/>
              </a:tabLst>
            </a:pPr>
            <a:r>
              <a:rPr lang="en-US" sz="800" dirty="0"/>
              <a:t>Independent Adventurers</a:t>
            </a:r>
          </a:p>
          <a:p>
            <a:pPr marL="742950" lvl="1" indent="-285750" defTabSz="360000">
              <a:buFont typeface="Arial" panose="020B0604020202020204" pitchFamily="34" charset="0"/>
              <a:buChar char="•"/>
              <a:tabLst>
                <a:tab pos="36000" algn="l"/>
              </a:tabLst>
            </a:pPr>
            <a:r>
              <a:rPr lang="en-US" sz="800" dirty="0"/>
              <a:t>Non-guild affiliated mercenaries</a:t>
            </a:r>
          </a:p>
          <a:p>
            <a:pPr defTabSz="360000">
              <a:buFont typeface="Arial" panose="020B0604020202020204" pitchFamily="34" charset="0"/>
              <a:buChar char="•"/>
              <a:tabLst>
                <a:tab pos="36000" algn="l"/>
              </a:tabLst>
            </a:pPr>
            <a:r>
              <a:rPr lang="en-US" sz="800" b="1" dirty="0"/>
              <a:t>Competitor</a:t>
            </a:r>
            <a:r>
              <a:rPr lang="en-US" sz="800" dirty="0"/>
              <a:t>:</a:t>
            </a:r>
          </a:p>
          <a:p>
            <a:pPr marL="742950" lvl="1" indent="-285750" defTabSz="360000">
              <a:buFont typeface="Arial" panose="020B0604020202020204" pitchFamily="34" charset="0"/>
              <a:buChar char="•"/>
              <a:tabLst>
                <a:tab pos="36000" algn="l"/>
              </a:tabLst>
            </a:pPr>
            <a:r>
              <a:rPr lang="en-US" sz="800" dirty="0"/>
              <a:t>Rival Guilds</a:t>
            </a:r>
          </a:p>
          <a:p>
            <a:pPr marL="742950" lvl="1" indent="-285750" defTabSz="360000">
              <a:buFont typeface="Arial" panose="020B0604020202020204" pitchFamily="34" charset="0"/>
              <a:buChar char="•"/>
              <a:tabLst>
                <a:tab pos="36000" algn="l"/>
              </a:tabLst>
            </a:pPr>
            <a:r>
              <a:rPr lang="en-US" sz="800" dirty="0"/>
              <a:t>Competing Squads within the guild for missions and accolades</a:t>
            </a:r>
          </a:p>
        </p:txBody>
      </p:sp>
    </p:spTree>
    <p:extLst>
      <p:ext uri="{BB962C8B-B14F-4D97-AF65-F5344CB8AC3E}">
        <p14:creationId xmlns:p14="http://schemas.microsoft.com/office/powerpoint/2010/main" val="421268310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83FF3D78-3FE4-A8B7-8CEA-372C708BC916}"/>
              </a:ext>
            </a:extLst>
          </p:cNvPr>
          <p:cNvSpPr/>
          <p:nvPr/>
        </p:nvSpPr>
        <p:spPr>
          <a:xfrm>
            <a:off x="4371471" y="3121437"/>
            <a:ext cx="3197523" cy="1639017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fr-FR" dirty="0" err="1"/>
              <a:t>Entity</a:t>
            </a:r>
            <a:endParaRPr lang="fr-FR" dirty="0"/>
          </a:p>
          <a:p>
            <a:pPr algn="ctr"/>
            <a:endParaRPr lang="fr-FR" sz="1100" dirty="0"/>
          </a:p>
          <a:p>
            <a:pPr algn="ctr"/>
            <a:r>
              <a:rPr lang="fr-FR" sz="1100" dirty="0"/>
              <a:t>Id</a:t>
            </a:r>
          </a:p>
          <a:p>
            <a:pPr algn="ctr"/>
            <a:r>
              <a:rPr lang="fr-FR" sz="1100" dirty="0"/>
              <a:t>Types []</a:t>
            </a:r>
          </a:p>
          <a:p>
            <a:pPr algn="ctr"/>
            <a:r>
              <a:rPr lang="fr-FR" sz="1100" dirty="0" err="1"/>
              <a:t>Names</a:t>
            </a:r>
            <a:r>
              <a:rPr lang="fr-FR" sz="1100" dirty="0"/>
              <a:t> []</a:t>
            </a:r>
          </a:p>
          <a:p>
            <a:pPr algn="ctr"/>
            <a:r>
              <a:rPr lang="fr-FR" sz="1100" dirty="0"/>
              <a:t>Parents &lt;</a:t>
            </a:r>
            <a:r>
              <a:rPr lang="fr-FR" sz="1100" dirty="0" err="1"/>
              <a:t>type_inclusion</a:t>
            </a:r>
            <a:r>
              <a:rPr lang="fr-FR" sz="1100" dirty="0"/>
              <a:t>, </a:t>
            </a:r>
            <a:r>
              <a:rPr lang="fr-FR" sz="1100" dirty="0" err="1"/>
              <a:t>role</a:t>
            </a:r>
            <a:r>
              <a:rPr lang="fr-FR" sz="1100" dirty="0"/>
              <a:t>, </a:t>
            </a:r>
            <a:r>
              <a:rPr lang="fr-FR" sz="1100" dirty="0" err="1"/>
              <a:t>desc</a:t>
            </a:r>
            <a:r>
              <a:rPr lang="fr-FR" sz="1100" dirty="0"/>
              <a:t>, </a:t>
            </a:r>
            <a:r>
              <a:rPr lang="fr-FR" sz="1100" dirty="0" err="1"/>
              <a:t>entity</a:t>
            </a:r>
            <a:r>
              <a:rPr lang="fr-FR" sz="1100" dirty="0"/>
              <a:t>&gt; []</a:t>
            </a:r>
          </a:p>
          <a:p>
            <a:pPr algn="ctr"/>
            <a:r>
              <a:rPr lang="fr-FR" sz="1100" dirty="0"/>
              <a:t>Relations&lt;type, </a:t>
            </a:r>
            <a:r>
              <a:rPr lang="fr-FR" sz="1100" dirty="0" err="1"/>
              <a:t>desc</a:t>
            </a:r>
            <a:r>
              <a:rPr lang="fr-FR" sz="1100" dirty="0"/>
              <a:t>, </a:t>
            </a:r>
            <a:r>
              <a:rPr lang="fr-FR" sz="1100" dirty="0" err="1"/>
              <a:t>Entity</a:t>
            </a:r>
            <a:r>
              <a:rPr lang="fr-FR" sz="1100" dirty="0"/>
              <a:t>&gt; []</a:t>
            </a:r>
          </a:p>
          <a:p>
            <a:pPr algn="ctr"/>
            <a:r>
              <a:rPr lang="fr-FR" sz="1100" dirty="0"/>
              <a:t>Siblings &lt;</a:t>
            </a:r>
            <a:r>
              <a:rPr lang="fr-FR" sz="1100" dirty="0" err="1"/>
              <a:t>role</a:t>
            </a:r>
            <a:r>
              <a:rPr lang="fr-FR" sz="1100" dirty="0"/>
              <a:t>, </a:t>
            </a:r>
            <a:r>
              <a:rPr lang="fr-FR" sz="1100" dirty="0" err="1"/>
              <a:t>desc</a:t>
            </a:r>
            <a:r>
              <a:rPr lang="fr-FR" sz="1100" dirty="0"/>
              <a:t>, </a:t>
            </a:r>
            <a:r>
              <a:rPr lang="fr-FR" sz="1100" dirty="0" err="1"/>
              <a:t>entity</a:t>
            </a:r>
            <a:r>
              <a:rPr lang="fr-FR" sz="1100" dirty="0"/>
              <a:t>&gt; []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35F5B0C7-3E36-7C80-9857-FAFAC29BA709}"/>
              </a:ext>
            </a:extLst>
          </p:cNvPr>
          <p:cNvSpPr/>
          <p:nvPr/>
        </p:nvSpPr>
        <p:spPr>
          <a:xfrm>
            <a:off x="4371469" y="4869077"/>
            <a:ext cx="1733910" cy="1224951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fr-FR" dirty="0"/>
              <a:t>Group</a:t>
            </a:r>
          </a:p>
          <a:p>
            <a:pPr algn="ctr"/>
            <a:endParaRPr lang="fr-FR" sz="1100" dirty="0"/>
          </a:p>
          <a:p>
            <a:pPr algn="ctr"/>
            <a:r>
              <a:rPr lang="fr-FR" sz="1100" dirty="0" err="1"/>
              <a:t>Children</a:t>
            </a:r>
            <a:r>
              <a:rPr lang="fr-FR" sz="1100" dirty="0"/>
              <a:t> &lt;</a:t>
            </a:r>
            <a:r>
              <a:rPr lang="fr-FR" sz="1100" dirty="0" err="1"/>
              <a:t>type_inclusion</a:t>
            </a:r>
            <a:r>
              <a:rPr lang="fr-FR" sz="1100" dirty="0"/>
              <a:t>, </a:t>
            </a:r>
            <a:r>
              <a:rPr lang="fr-FR" sz="1100" dirty="0" err="1"/>
              <a:t>Role</a:t>
            </a:r>
            <a:r>
              <a:rPr lang="fr-FR" sz="1100" dirty="0"/>
              <a:t>, </a:t>
            </a:r>
            <a:r>
              <a:rPr lang="fr-FR" sz="1100" dirty="0" err="1"/>
              <a:t>desc</a:t>
            </a:r>
            <a:r>
              <a:rPr lang="fr-FR" sz="1100" dirty="0"/>
              <a:t>, </a:t>
            </a:r>
            <a:r>
              <a:rPr lang="fr-FR" sz="1100" dirty="0" err="1"/>
              <a:t>Entity</a:t>
            </a:r>
            <a:r>
              <a:rPr lang="fr-FR" sz="1100" dirty="0"/>
              <a:t>&gt; []</a:t>
            </a:r>
          </a:p>
          <a:p>
            <a:pPr algn="ctr"/>
            <a:endParaRPr lang="fr-FR" sz="1100" dirty="0"/>
          </a:p>
          <a:p>
            <a:pPr algn="ctr"/>
            <a:r>
              <a:rPr lang="fr-FR" sz="1100" dirty="0" err="1"/>
              <a:t>Key_entities</a:t>
            </a:r>
            <a:r>
              <a:rPr lang="fr-FR" sz="1100" dirty="0"/>
              <a:t> &lt;*</a:t>
            </a:r>
            <a:r>
              <a:rPr lang="fr-FR" sz="1100" dirty="0" err="1"/>
              <a:t>children</a:t>
            </a:r>
            <a:r>
              <a:rPr lang="fr-FR" sz="1100" dirty="0"/>
              <a:t>&gt;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C859D298-24C0-0C6A-656E-EDB2F53BCF5B}"/>
              </a:ext>
            </a:extLst>
          </p:cNvPr>
          <p:cNvSpPr/>
          <p:nvPr/>
        </p:nvSpPr>
        <p:spPr>
          <a:xfrm>
            <a:off x="6206739" y="4881953"/>
            <a:ext cx="1362252" cy="1224951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fr-FR" dirty="0"/>
              <a:t>Person</a:t>
            </a:r>
          </a:p>
          <a:p>
            <a:pPr algn="ctr"/>
            <a:endParaRPr lang="fr-FR" sz="1100" dirty="0"/>
          </a:p>
          <a:p>
            <a:pPr algn="ctr"/>
            <a:r>
              <a:rPr lang="fr-FR" sz="1100" dirty="0" err="1"/>
              <a:t>Surname</a:t>
            </a:r>
            <a:endParaRPr lang="fr-FR" sz="1100" dirty="0"/>
          </a:p>
          <a:p>
            <a:pPr algn="ctr"/>
            <a:r>
              <a:rPr lang="fr-FR" sz="1100" dirty="0" err="1"/>
              <a:t>Gender</a:t>
            </a:r>
            <a:endParaRPr lang="fr-FR" sz="1100" dirty="0"/>
          </a:p>
          <a:p>
            <a:pPr algn="ctr"/>
            <a:r>
              <a:rPr lang="fr-FR" sz="1100" dirty="0"/>
              <a:t>Race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948DFAE1-2472-FDE2-074E-9F07F5A24787}"/>
              </a:ext>
            </a:extLst>
          </p:cNvPr>
          <p:cNvSpPr/>
          <p:nvPr/>
        </p:nvSpPr>
        <p:spPr>
          <a:xfrm>
            <a:off x="1724599" y="3119843"/>
            <a:ext cx="1362252" cy="1639016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fr-FR" dirty="0"/>
              <a:t>Lore</a:t>
            </a:r>
          </a:p>
          <a:p>
            <a:pPr algn="ctr"/>
            <a:endParaRPr lang="fr-FR" sz="1100" dirty="0"/>
          </a:p>
          <a:p>
            <a:pPr algn="ctr"/>
            <a:r>
              <a:rPr lang="fr-FR" sz="1100" dirty="0" err="1"/>
              <a:t>Epoch</a:t>
            </a:r>
            <a:r>
              <a:rPr lang="fr-FR" sz="1100" dirty="0"/>
              <a:t> / style / setup</a:t>
            </a:r>
          </a:p>
          <a:p>
            <a:pPr algn="ctr"/>
            <a:r>
              <a:rPr lang="fr-FR" sz="1100" dirty="0"/>
              <a:t>Area of influences []</a:t>
            </a:r>
          </a:p>
          <a:p>
            <a:pPr algn="ctr"/>
            <a:r>
              <a:rPr lang="fr-FR" sz="1100" dirty="0" err="1"/>
              <a:t>Existing</a:t>
            </a:r>
            <a:r>
              <a:rPr lang="fr-FR" sz="1100" dirty="0"/>
              <a:t> </a:t>
            </a:r>
            <a:r>
              <a:rPr lang="fr-FR" sz="1100" dirty="0" err="1"/>
              <a:t>entities</a:t>
            </a:r>
            <a:endParaRPr lang="fr-FR" sz="1100" dirty="0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E44465A3-0A25-9832-AA43-52CD03736318}"/>
              </a:ext>
            </a:extLst>
          </p:cNvPr>
          <p:cNvSpPr/>
          <p:nvPr/>
        </p:nvSpPr>
        <p:spPr>
          <a:xfrm>
            <a:off x="1724599" y="4879341"/>
            <a:ext cx="1362252" cy="1224951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fr-FR" dirty="0"/>
              <a:t>Bootstrap</a:t>
            </a:r>
          </a:p>
          <a:p>
            <a:pPr algn="ctr"/>
            <a:endParaRPr lang="fr-FR" sz="1100" dirty="0"/>
          </a:p>
          <a:p>
            <a:pPr algn="ctr"/>
            <a:r>
              <a:rPr lang="fr-FR" sz="1100" dirty="0"/>
              <a:t>Area of influence</a:t>
            </a:r>
          </a:p>
          <a:p>
            <a:pPr algn="ctr"/>
            <a:r>
              <a:rPr lang="fr-FR" sz="1100" dirty="0" err="1"/>
              <a:t>desc</a:t>
            </a:r>
            <a:endParaRPr lang="fr-FR" sz="1100" dirty="0"/>
          </a:p>
        </p:txBody>
      </p:sp>
      <p:sp>
        <p:nvSpPr>
          <p:cNvPr id="18" name="Flèche : droite 17">
            <a:extLst>
              <a:ext uri="{FF2B5EF4-FFF2-40B4-BE49-F238E27FC236}">
                <a16:creationId xmlns:a16="http://schemas.microsoft.com/office/drawing/2014/main" id="{3C971D1A-6179-37D1-02F1-E4A46351C80F}"/>
              </a:ext>
            </a:extLst>
          </p:cNvPr>
          <p:cNvSpPr/>
          <p:nvPr/>
        </p:nvSpPr>
        <p:spPr>
          <a:xfrm>
            <a:off x="3279002" y="4464284"/>
            <a:ext cx="948905" cy="715993"/>
          </a:xfrm>
          <a:prstGeom prst="rightArrow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20" name="Flèche : en arc 19">
            <a:extLst>
              <a:ext uri="{FF2B5EF4-FFF2-40B4-BE49-F238E27FC236}">
                <a16:creationId xmlns:a16="http://schemas.microsoft.com/office/drawing/2014/main" id="{C26FA5AA-1D7A-03D0-5B36-9CC498991884}"/>
              </a:ext>
            </a:extLst>
          </p:cNvPr>
          <p:cNvSpPr/>
          <p:nvPr/>
        </p:nvSpPr>
        <p:spPr>
          <a:xfrm flipH="1">
            <a:off x="9515694" y="2058794"/>
            <a:ext cx="2053087" cy="2122098"/>
          </a:xfrm>
          <a:prstGeom prst="circularArrow">
            <a:avLst>
              <a:gd name="adj1" fmla="val 11293"/>
              <a:gd name="adj2" fmla="val 473226"/>
              <a:gd name="adj3" fmla="val 20909281"/>
              <a:gd name="adj4" fmla="val 1771028"/>
              <a:gd name="adj5" fmla="val 9235"/>
            </a:avLst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fr-FR">
              <a:solidFill>
                <a:schemeClr val="tx1"/>
              </a:solidFill>
            </a:endParaRP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F0179EF4-2259-978B-FC37-8546165E13F9}"/>
              </a:ext>
            </a:extLst>
          </p:cNvPr>
          <p:cNvSpPr/>
          <p:nvPr/>
        </p:nvSpPr>
        <p:spPr>
          <a:xfrm>
            <a:off x="1724599" y="599425"/>
            <a:ext cx="5844392" cy="1794294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fr-FR" sz="1400" dirty="0"/>
              <a:t>Prompt </a:t>
            </a:r>
            <a:r>
              <a:rPr lang="fr-FR" sz="1400" dirty="0" err="1"/>
              <a:t>context</a:t>
            </a:r>
            <a:r>
              <a:rPr lang="fr-FR" sz="1400" dirty="0"/>
              <a:t>:</a:t>
            </a:r>
          </a:p>
          <a:p>
            <a:pPr marL="285750" indent="-285750">
              <a:buFontTx/>
              <a:buChar char="-"/>
            </a:pPr>
            <a:r>
              <a:rPr lang="fr-FR" sz="1400" dirty="0" err="1"/>
              <a:t>Resume</a:t>
            </a:r>
            <a:r>
              <a:rPr lang="fr-FR" sz="1400" dirty="0"/>
              <a:t> </a:t>
            </a:r>
            <a:r>
              <a:rPr lang="fr-FR" sz="1400" dirty="0" err="1"/>
              <a:t>inheritance</a:t>
            </a:r>
            <a:r>
              <a:rPr lang="fr-FR" sz="1400" dirty="0"/>
              <a:t> (</a:t>
            </a:r>
            <a:r>
              <a:rPr lang="fr-FR" sz="1400" dirty="0" err="1"/>
              <a:t>details</a:t>
            </a:r>
            <a:r>
              <a:rPr lang="fr-FR" sz="1400" dirty="0"/>
              <a:t>, relations, inclusions)</a:t>
            </a:r>
          </a:p>
          <a:p>
            <a:pPr marL="285750" indent="-285750">
              <a:buFontTx/>
              <a:buChar char="-"/>
            </a:pPr>
            <a:r>
              <a:rPr lang="fr-FR" sz="1400" dirty="0" err="1"/>
              <a:t>Resume</a:t>
            </a:r>
            <a:r>
              <a:rPr lang="fr-FR" sz="1400" dirty="0"/>
              <a:t> self (</a:t>
            </a:r>
            <a:r>
              <a:rPr lang="fr-FR" sz="1400" dirty="0" err="1"/>
              <a:t>details</a:t>
            </a:r>
            <a:r>
              <a:rPr lang="fr-FR" sz="1400" dirty="0"/>
              <a:t>, relations, inclusions)</a:t>
            </a:r>
          </a:p>
          <a:p>
            <a:pPr marL="285750" indent="-285750">
              <a:buFontTx/>
              <a:buChar char="-"/>
            </a:pPr>
            <a:r>
              <a:rPr lang="fr-FR" sz="1400" dirty="0" err="1"/>
              <a:t>Resume</a:t>
            </a:r>
            <a:r>
              <a:rPr lang="fr-FR" sz="1400" dirty="0"/>
              <a:t> </a:t>
            </a:r>
            <a:r>
              <a:rPr lang="fr-FR" sz="1400" dirty="0" err="1"/>
              <a:t>existing</a:t>
            </a:r>
            <a:r>
              <a:rPr lang="fr-FR" sz="1400" dirty="0"/>
              <a:t> in area of influence</a:t>
            </a:r>
          </a:p>
          <a:p>
            <a:endParaRPr lang="fr-FR" sz="1400" dirty="0"/>
          </a:p>
          <a:p>
            <a:r>
              <a:rPr lang="fr-FR" sz="1400" dirty="0"/>
              <a:t>Prompt </a:t>
            </a:r>
            <a:r>
              <a:rPr lang="fr-FR" sz="1400" dirty="0" err="1"/>
              <a:t>Ask</a:t>
            </a:r>
            <a:r>
              <a:rPr lang="fr-FR" sz="1400" dirty="0"/>
              <a:t>: Details | </a:t>
            </a:r>
            <a:r>
              <a:rPr lang="fr-FR" sz="1400" dirty="0" err="1"/>
              <a:t>Children</a:t>
            </a:r>
            <a:r>
              <a:rPr lang="fr-FR" sz="1400" dirty="0"/>
              <a:t> | Relations | Parents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375191DF-E2F2-BF74-9E61-EB2E6F42DBF5}"/>
              </a:ext>
            </a:extLst>
          </p:cNvPr>
          <p:cNvSpPr/>
          <p:nvPr/>
        </p:nvSpPr>
        <p:spPr>
          <a:xfrm>
            <a:off x="7689766" y="3119843"/>
            <a:ext cx="2294626" cy="3493698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fr-FR" sz="1400" i="1" dirty="0" err="1"/>
              <a:t>details</a:t>
            </a:r>
            <a:endParaRPr lang="fr-FR" sz="1400" i="1" dirty="0"/>
          </a:p>
          <a:p>
            <a:pPr algn="ctr"/>
            <a:r>
              <a:rPr lang="fr-FR" sz="1100" dirty="0"/>
              <a:t>Activity []</a:t>
            </a:r>
          </a:p>
          <a:p>
            <a:pPr algn="ctr"/>
            <a:r>
              <a:rPr lang="fr-FR" sz="1100" dirty="0" err="1"/>
              <a:t>Area_of_influence</a:t>
            </a:r>
            <a:r>
              <a:rPr lang="fr-FR" sz="1100" dirty="0"/>
              <a:t> []</a:t>
            </a:r>
          </a:p>
          <a:p>
            <a:pPr algn="ctr"/>
            <a:endParaRPr lang="fr-FR" sz="1100" dirty="0"/>
          </a:p>
          <a:p>
            <a:pPr algn="ctr"/>
            <a:r>
              <a:rPr lang="fr-FR" sz="1100" dirty="0"/>
              <a:t>Description</a:t>
            </a:r>
          </a:p>
          <a:p>
            <a:pPr algn="ctr"/>
            <a:r>
              <a:rPr lang="fr-FR" sz="1100" dirty="0" err="1"/>
              <a:t>Entity</a:t>
            </a:r>
            <a:r>
              <a:rPr lang="fr-FR" sz="1100" dirty="0"/>
              <a:t> </a:t>
            </a:r>
            <a:r>
              <a:rPr lang="fr-FR" sz="1100" dirty="0" err="1"/>
              <a:t>visual</a:t>
            </a:r>
            <a:r>
              <a:rPr lang="fr-FR" sz="1100" dirty="0"/>
              <a:t> descriptions</a:t>
            </a:r>
          </a:p>
          <a:p>
            <a:pPr algn="ctr"/>
            <a:r>
              <a:rPr lang="fr-FR" sz="1100" dirty="0" err="1"/>
              <a:t>History</a:t>
            </a:r>
            <a:r>
              <a:rPr lang="fr-FR" sz="1100" dirty="0"/>
              <a:t> / Events</a:t>
            </a:r>
          </a:p>
          <a:p>
            <a:pPr algn="ctr"/>
            <a:r>
              <a:rPr lang="fr-FR" sz="1100" dirty="0" err="1"/>
              <a:t>Resources</a:t>
            </a:r>
            <a:endParaRPr lang="fr-FR" sz="1100" dirty="0"/>
          </a:p>
          <a:p>
            <a:pPr algn="ctr"/>
            <a:r>
              <a:rPr lang="fr-FR" sz="1100" dirty="0"/>
              <a:t>Goals</a:t>
            </a:r>
          </a:p>
          <a:p>
            <a:pPr algn="ctr"/>
            <a:r>
              <a:rPr lang="fr-FR" sz="1100" dirty="0"/>
              <a:t>Customs</a:t>
            </a:r>
          </a:p>
          <a:p>
            <a:pPr algn="ctr"/>
            <a:r>
              <a:rPr lang="fr-FR" sz="1100" dirty="0"/>
              <a:t>Timeline</a:t>
            </a:r>
          </a:p>
          <a:p>
            <a:pPr algn="ctr"/>
            <a:r>
              <a:rPr lang="fr-FR" sz="1100" dirty="0"/>
              <a:t>Plots</a:t>
            </a:r>
          </a:p>
          <a:p>
            <a:pPr algn="ctr"/>
            <a:r>
              <a:rPr lang="fr-FR" sz="1100" dirty="0"/>
              <a:t>Secrets</a:t>
            </a:r>
          </a:p>
          <a:p>
            <a:pPr algn="ctr"/>
            <a:r>
              <a:rPr lang="fr-FR" sz="1100" dirty="0"/>
              <a:t>Quotes</a:t>
            </a:r>
          </a:p>
          <a:p>
            <a:pPr algn="ctr"/>
            <a:r>
              <a:rPr lang="fr-FR" sz="1100" dirty="0"/>
              <a:t>Traits</a:t>
            </a:r>
          </a:p>
          <a:p>
            <a:pPr algn="ctr"/>
            <a:r>
              <a:rPr lang="fr-FR" sz="1100" dirty="0"/>
              <a:t>Sites</a:t>
            </a:r>
          </a:p>
          <a:p>
            <a:pPr algn="ctr"/>
            <a:r>
              <a:rPr lang="fr-FR" sz="1100" dirty="0"/>
              <a:t>Site </a:t>
            </a:r>
            <a:r>
              <a:rPr lang="fr-FR" sz="1100" dirty="0" err="1"/>
              <a:t>visual</a:t>
            </a:r>
            <a:r>
              <a:rPr lang="fr-FR" sz="1100" dirty="0"/>
              <a:t> descriptions</a:t>
            </a:r>
          </a:p>
        </p:txBody>
      </p:sp>
    </p:spTree>
    <p:extLst>
      <p:ext uri="{BB962C8B-B14F-4D97-AF65-F5344CB8AC3E}">
        <p14:creationId xmlns:p14="http://schemas.microsoft.com/office/powerpoint/2010/main" val="144029796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E45F146C-0965-4E2A-D204-4491E84FCF24}"/>
              </a:ext>
            </a:extLst>
          </p:cNvPr>
          <p:cNvSpPr/>
          <p:nvPr/>
        </p:nvSpPr>
        <p:spPr>
          <a:xfrm>
            <a:off x="1068011" y="1263396"/>
            <a:ext cx="1456944" cy="323088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fr-FR" sz="1200" dirty="0" err="1"/>
              <a:t>Global_Content</a:t>
            </a:r>
            <a:r>
              <a:rPr lang="fr-FR" sz="1200" dirty="0"/>
              <a:t> {}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A17DA302-14D8-6B54-069E-6D6AC7BE5477}"/>
              </a:ext>
            </a:extLst>
          </p:cNvPr>
          <p:cNvSpPr/>
          <p:nvPr/>
        </p:nvSpPr>
        <p:spPr>
          <a:xfrm>
            <a:off x="2529527" y="3529583"/>
            <a:ext cx="1456944" cy="699517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fr-FR" sz="1200" dirty="0" err="1"/>
              <a:t>History</a:t>
            </a:r>
            <a:endParaRPr lang="fr-FR" sz="1200" dirty="0"/>
          </a:p>
          <a:p>
            <a:pPr algn="ctr"/>
            <a:r>
              <a:rPr lang="fr-FR" sz="1200" dirty="0"/>
              <a:t>Patch XXX - date</a:t>
            </a:r>
          </a:p>
          <a:p>
            <a:pPr algn="ctr"/>
            <a:r>
              <a:rPr lang="fr-FR" sz="1200" dirty="0"/>
              <a:t>Patch XXX - date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4801BE33-28F7-45B6-414C-490193BC8A12}"/>
              </a:ext>
            </a:extLst>
          </p:cNvPr>
          <p:cNvSpPr/>
          <p:nvPr/>
        </p:nvSpPr>
        <p:spPr>
          <a:xfrm>
            <a:off x="3046163" y="1905001"/>
            <a:ext cx="1456944" cy="323088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fr-FR" sz="1200" dirty="0" err="1"/>
              <a:t>Sub_Content</a:t>
            </a:r>
            <a:r>
              <a:rPr lang="fr-FR" sz="1200" dirty="0"/>
              <a:t> {}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AFF8CB03-8738-09B1-5640-9686668BC034}"/>
              </a:ext>
            </a:extLst>
          </p:cNvPr>
          <p:cNvSpPr/>
          <p:nvPr/>
        </p:nvSpPr>
        <p:spPr>
          <a:xfrm>
            <a:off x="4963355" y="1424940"/>
            <a:ext cx="1456944" cy="323088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fr-FR" sz="1200" dirty="0"/>
              <a:t>Prompt: </a:t>
            </a:r>
            <a:r>
              <a:rPr lang="fr-FR" sz="1200" dirty="0" err="1"/>
              <a:t>str</a:t>
            </a:r>
            <a:endParaRPr lang="fr-FR" sz="1200" dirty="0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4755B49E-F142-ADCF-B784-DA3AB81CF01E}"/>
              </a:ext>
            </a:extLst>
          </p:cNvPr>
          <p:cNvSpPr/>
          <p:nvPr/>
        </p:nvSpPr>
        <p:spPr>
          <a:xfrm>
            <a:off x="4963355" y="2372869"/>
            <a:ext cx="1456944" cy="323088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fr-FR" sz="1200" dirty="0"/>
              <a:t>Instructions: </a:t>
            </a:r>
            <a:r>
              <a:rPr lang="fr-FR" sz="1200" dirty="0" err="1"/>
              <a:t>obj</a:t>
            </a:r>
            <a:endParaRPr lang="fr-FR" sz="1200" dirty="0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A066ABF7-E894-2283-D701-641374F499BD}"/>
              </a:ext>
            </a:extLst>
          </p:cNvPr>
          <p:cNvSpPr/>
          <p:nvPr/>
        </p:nvSpPr>
        <p:spPr>
          <a:xfrm>
            <a:off x="6962843" y="1905001"/>
            <a:ext cx="1456944" cy="323088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fr-FR" sz="1200" dirty="0" err="1"/>
              <a:t>Response</a:t>
            </a:r>
            <a:r>
              <a:rPr lang="fr-FR" sz="1200" dirty="0"/>
              <a:t>:{}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EA731863-9449-D68C-9572-17BABE6BC74B}"/>
              </a:ext>
            </a:extLst>
          </p:cNvPr>
          <p:cNvSpPr/>
          <p:nvPr/>
        </p:nvSpPr>
        <p:spPr>
          <a:xfrm>
            <a:off x="4963355" y="3569209"/>
            <a:ext cx="1456944" cy="323088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fr-FR" sz="1200" dirty="0" err="1"/>
              <a:t>Formatted</a:t>
            </a:r>
            <a:r>
              <a:rPr lang="fr-FR" sz="1200" dirty="0"/>
              <a:t>:{}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4F19D448-3613-29D5-731A-2BD585A20817}"/>
              </a:ext>
            </a:extLst>
          </p:cNvPr>
          <p:cNvSpPr/>
          <p:nvPr/>
        </p:nvSpPr>
        <p:spPr>
          <a:xfrm>
            <a:off x="3046163" y="2794635"/>
            <a:ext cx="1456944" cy="323088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fr-FR" sz="1200" dirty="0"/>
              <a:t>Patch:{}</a:t>
            </a:r>
          </a:p>
        </p:txBody>
      </p:sp>
      <p:cxnSp>
        <p:nvCxnSpPr>
          <p:cNvPr id="17" name="Connecteur : en angle 16">
            <a:extLst>
              <a:ext uri="{FF2B5EF4-FFF2-40B4-BE49-F238E27FC236}">
                <a16:creationId xmlns:a16="http://schemas.microsoft.com/office/drawing/2014/main" id="{E7D34146-DFCD-774C-3D8C-1A19E81510D5}"/>
              </a:ext>
            </a:extLst>
          </p:cNvPr>
          <p:cNvCxnSpPr>
            <a:cxnSpLocks/>
            <a:stCxn id="4" idx="3"/>
            <a:endCxn id="10" idx="1"/>
          </p:cNvCxnSpPr>
          <p:nvPr/>
        </p:nvCxnSpPr>
        <p:spPr>
          <a:xfrm>
            <a:off x="2524955" y="1424940"/>
            <a:ext cx="521208" cy="641605"/>
          </a:xfrm>
          <a:prstGeom prst="bentConnector3">
            <a:avLst>
              <a:gd name="adj1" fmla="val 50000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Connecteur : en angle 17">
            <a:extLst>
              <a:ext uri="{FF2B5EF4-FFF2-40B4-BE49-F238E27FC236}">
                <a16:creationId xmlns:a16="http://schemas.microsoft.com/office/drawing/2014/main" id="{B256B536-DE46-2D99-D6C8-4F5076745646}"/>
              </a:ext>
            </a:extLst>
          </p:cNvPr>
          <p:cNvCxnSpPr>
            <a:cxnSpLocks/>
            <a:stCxn id="10" idx="3"/>
            <a:endCxn id="11" idx="1"/>
          </p:cNvCxnSpPr>
          <p:nvPr/>
        </p:nvCxnSpPr>
        <p:spPr>
          <a:xfrm flipV="1">
            <a:off x="4503107" y="1586486"/>
            <a:ext cx="460248" cy="480061"/>
          </a:xfrm>
          <a:prstGeom prst="bentConnector3">
            <a:avLst>
              <a:gd name="adj1" fmla="val 50000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Connecteur : en angle 20">
            <a:extLst>
              <a:ext uri="{FF2B5EF4-FFF2-40B4-BE49-F238E27FC236}">
                <a16:creationId xmlns:a16="http://schemas.microsoft.com/office/drawing/2014/main" id="{8736DFE5-B148-5E10-5EBA-13F9948E36E5}"/>
              </a:ext>
            </a:extLst>
          </p:cNvPr>
          <p:cNvCxnSpPr>
            <a:cxnSpLocks/>
            <a:stCxn id="10" idx="3"/>
            <a:endCxn id="12" idx="1"/>
          </p:cNvCxnSpPr>
          <p:nvPr/>
        </p:nvCxnSpPr>
        <p:spPr>
          <a:xfrm>
            <a:off x="4503107" y="2066545"/>
            <a:ext cx="460248" cy="467868"/>
          </a:xfrm>
          <a:prstGeom prst="bentConnector3">
            <a:avLst>
              <a:gd name="adj1" fmla="val 50000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Connecteur : en angle 24">
            <a:extLst>
              <a:ext uri="{FF2B5EF4-FFF2-40B4-BE49-F238E27FC236}">
                <a16:creationId xmlns:a16="http://schemas.microsoft.com/office/drawing/2014/main" id="{0CEC9E0B-C407-2545-AE39-3ED4D10A709E}"/>
              </a:ext>
            </a:extLst>
          </p:cNvPr>
          <p:cNvCxnSpPr>
            <a:cxnSpLocks/>
            <a:stCxn id="11" idx="3"/>
            <a:endCxn id="13" idx="1"/>
          </p:cNvCxnSpPr>
          <p:nvPr/>
        </p:nvCxnSpPr>
        <p:spPr>
          <a:xfrm>
            <a:off x="6420299" y="1586486"/>
            <a:ext cx="542544" cy="480061"/>
          </a:xfrm>
          <a:prstGeom prst="bentConnector3">
            <a:avLst>
              <a:gd name="adj1" fmla="val 50000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Connecteur : en angle 28">
            <a:extLst>
              <a:ext uri="{FF2B5EF4-FFF2-40B4-BE49-F238E27FC236}">
                <a16:creationId xmlns:a16="http://schemas.microsoft.com/office/drawing/2014/main" id="{7963A02B-F20C-03DF-CF4F-0275ABD9389C}"/>
              </a:ext>
            </a:extLst>
          </p:cNvPr>
          <p:cNvCxnSpPr>
            <a:cxnSpLocks/>
            <a:stCxn id="12" idx="3"/>
            <a:endCxn id="14" idx="3"/>
          </p:cNvCxnSpPr>
          <p:nvPr/>
        </p:nvCxnSpPr>
        <p:spPr>
          <a:xfrm>
            <a:off x="6420299" y="2534413"/>
            <a:ext cx="12700" cy="1196340"/>
          </a:xfrm>
          <a:prstGeom prst="bentConnector3">
            <a:avLst>
              <a:gd name="adj1" fmla="val 4464000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Connecteur : en angle 32">
            <a:extLst>
              <a:ext uri="{FF2B5EF4-FFF2-40B4-BE49-F238E27FC236}">
                <a16:creationId xmlns:a16="http://schemas.microsoft.com/office/drawing/2014/main" id="{77798E68-5FC3-56BE-B0FF-D2B7ADE92FB2}"/>
              </a:ext>
            </a:extLst>
          </p:cNvPr>
          <p:cNvCxnSpPr>
            <a:cxnSpLocks/>
            <a:stCxn id="13" idx="2"/>
            <a:endCxn id="14" idx="3"/>
          </p:cNvCxnSpPr>
          <p:nvPr/>
        </p:nvCxnSpPr>
        <p:spPr>
          <a:xfrm rot="5400000">
            <a:off x="6304475" y="2343913"/>
            <a:ext cx="1502664" cy="1271016"/>
          </a:xfrm>
          <a:prstGeom prst="bentConnector2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Connecteur : en angle 35">
            <a:extLst>
              <a:ext uri="{FF2B5EF4-FFF2-40B4-BE49-F238E27FC236}">
                <a16:creationId xmlns:a16="http://schemas.microsoft.com/office/drawing/2014/main" id="{3F12CFAD-DD1C-DF39-6C27-6559184FA60B}"/>
              </a:ext>
            </a:extLst>
          </p:cNvPr>
          <p:cNvCxnSpPr>
            <a:cxnSpLocks/>
            <a:stCxn id="14" idx="1"/>
            <a:endCxn id="15" idx="3"/>
          </p:cNvCxnSpPr>
          <p:nvPr/>
        </p:nvCxnSpPr>
        <p:spPr>
          <a:xfrm rot="10800000">
            <a:off x="4503107" y="2956179"/>
            <a:ext cx="460248" cy="774574"/>
          </a:xfrm>
          <a:prstGeom prst="bentConnector3">
            <a:avLst>
              <a:gd name="adj1" fmla="val 50000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0" name="Rectangle 39">
            <a:extLst>
              <a:ext uri="{FF2B5EF4-FFF2-40B4-BE49-F238E27FC236}">
                <a16:creationId xmlns:a16="http://schemas.microsoft.com/office/drawing/2014/main" id="{A539FB2E-482B-09B2-99B6-3CD8A2E2072A}"/>
              </a:ext>
            </a:extLst>
          </p:cNvPr>
          <p:cNvSpPr/>
          <p:nvPr/>
        </p:nvSpPr>
        <p:spPr>
          <a:xfrm>
            <a:off x="1064963" y="3529583"/>
            <a:ext cx="1456944" cy="323088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fr-FR" sz="1200" dirty="0" err="1"/>
              <a:t>Global_Content</a:t>
            </a:r>
            <a:r>
              <a:rPr lang="fr-FR" sz="1200" dirty="0"/>
              <a:t> {}</a:t>
            </a:r>
          </a:p>
        </p:txBody>
      </p:sp>
      <p:cxnSp>
        <p:nvCxnSpPr>
          <p:cNvPr id="44" name="Connecteur : en angle 43">
            <a:extLst>
              <a:ext uri="{FF2B5EF4-FFF2-40B4-BE49-F238E27FC236}">
                <a16:creationId xmlns:a16="http://schemas.microsoft.com/office/drawing/2014/main" id="{69DD50E5-DBF4-96BD-765D-250A9FEF22E5}"/>
              </a:ext>
            </a:extLst>
          </p:cNvPr>
          <p:cNvCxnSpPr>
            <a:cxnSpLocks/>
            <a:stCxn id="15" idx="1"/>
            <a:endCxn id="40" idx="0"/>
          </p:cNvCxnSpPr>
          <p:nvPr/>
        </p:nvCxnSpPr>
        <p:spPr>
          <a:xfrm rot="10800000" flipV="1">
            <a:off x="1793435" y="2956179"/>
            <a:ext cx="1252728" cy="573404"/>
          </a:xfrm>
          <a:prstGeom prst="bentConnector2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8" name="Connecteur : en angle 47">
            <a:extLst>
              <a:ext uri="{FF2B5EF4-FFF2-40B4-BE49-F238E27FC236}">
                <a16:creationId xmlns:a16="http://schemas.microsoft.com/office/drawing/2014/main" id="{F9D162C3-76CE-F13D-72EC-66CEA8FE3276}"/>
              </a:ext>
            </a:extLst>
          </p:cNvPr>
          <p:cNvCxnSpPr>
            <a:cxnSpLocks/>
            <a:stCxn id="4" idx="2"/>
            <a:endCxn id="40" idx="0"/>
          </p:cNvCxnSpPr>
          <p:nvPr/>
        </p:nvCxnSpPr>
        <p:spPr>
          <a:xfrm rot="5400000">
            <a:off x="823410" y="2556509"/>
            <a:ext cx="1943099" cy="3048"/>
          </a:xfrm>
          <a:prstGeom prst="bentConnector3">
            <a:avLst>
              <a:gd name="adj1" fmla="val 50000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95773988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81" name="Connecteur : en angle 80">
            <a:extLst>
              <a:ext uri="{FF2B5EF4-FFF2-40B4-BE49-F238E27FC236}">
                <a16:creationId xmlns:a16="http://schemas.microsoft.com/office/drawing/2014/main" id="{2924C7FB-2F99-4A5C-1CED-AAC912609487}"/>
              </a:ext>
            </a:extLst>
          </p:cNvPr>
          <p:cNvCxnSpPr>
            <a:cxnSpLocks/>
            <a:stCxn id="7" idx="1"/>
            <a:endCxn id="137" idx="0"/>
          </p:cNvCxnSpPr>
          <p:nvPr/>
        </p:nvCxnSpPr>
        <p:spPr>
          <a:xfrm rot="16200000" flipH="1">
            <a:off x="4705771" y="2088227"/>
            <a:ext cx="1986411" cy="1147796"/>
          </a:xfrm>
          <a:prstGeom prst="bentConnector3">
            <a:avLst>
              <a:gd name="adj1" fmla="val 3967"/>
            </a:avLst>
          </a:prstGeom>
          <a:ln w="38100">
            <a:solidFill>
              <a:schemeClr val="accent4"/>
            </a:solidFill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4" name="Rectangle : coins arrondis 3">
            <a:extLst>
              <a:ext uri="{FF2B5EF4-FFF2-40B4-BE49-F238E27FC236}">
                <a16:creationId xmlns:a16="http://schemas.microsoft.com/office/drawing/2014/main" id="{07EF7447-BE0E-545C-CD36-06D1D863DF06}"/>
              </a:ext>
            </a:extLst>
          </p:cNvPr>
          <p:cNvSpPr/>
          <p:nvPr/>
        </p:nvSpPr>
        <p:spPr>
          <a:xfrm>
            <a:off x="449964" y="2005352"/>
            <a:ext cx="882055" cy="517585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1400" dirty="0"/>
              <a:t>content</a:t>
            </a:r>
          </a:p>
        </p:txBody>
      </p:sp>
      <p:sp>
        <p:nvSpPr>
          <p:cNvPr id="6" name="Rectangle : coins arrondis 5">
            <a:extLst>
              <a:ext uri="{FF2B5EF4-FFF2-40B4-BE49-F238E27FC236}">
                <a16:creationId xmlns:a16="http://schemas.microsoft.com/office/drawing/2014/main" id="{A3B1D3A8-EB17-9EE2-E810-AD3E35904522}"/>
              </a:ext>
            </a:extLst>
          </p:cNvPr>
          <p:cNvSpPr/>
          <p:nvPr/>
        </p:nvSpPr>
        <p:spPr>
          <a:xfrm>
            <a:off x="517000" y="5401300"/>
            <a:ext cx="938124" cy="517585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1400" dirty="0"/>
              <a:t>content</a:t>
            </a:r>
          </a:p>
        </p:txBody>
      </p:sp>
      <p:sp>
        <p:nvSpPr>
          <p:cNvPr id="7" name="Rectangle : avec coins arrondis en haut 6">
            <a:extLst>
              <a:ext uri="{FF2B5EF4-FFF2-40B4-BE49-F238E27FC236}">
                <a16:creationId xmlns:a16="http://schemas.microsoft.com/office/drawing/2014/main" id="{12A1B143-1DFA-070E-A46A-873968F7995F}"/>
              </a:ext>
            </a:extLst>
          </p:cNvPr>
          <p:cNvSpPr/>
          <p:nvPr/>
        </p:nvSpPr>
        <p:spPr>
          <a:xfrm>
            <a:off x="4478097" y="1231853"/>
            <a:ext cx="1293961" cy="437069"/>
          </a:xfrm>
          <a:prstGeom prst="round2Same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1400" dirty="0" err="1"/>
              <a:t>query</a:t>
            </a:r>
            <a:endParaRPr lang="fr-FR" sz="1400" dirty="0"/>
          </a:p>
        </p:txBody>
      </p:sp>
      <p:sp>
        <p:nvSpPr>
          <p:cNvPr id="8" name="Rectangle : avec coins arrondis en haut 7">
            <a:extLst>
              <a:ext uri="{FF2B5EF4-FFF2-40B4-BE49-F238E27FC236}">
                <a16:creationId xmlns:a16="http://schemas.microsoft.com/office/drawing/2014/main" id="{3B52208F-8FA6-3D61-4391-CFEADE70D9F8}"/>
              </a:ext>
            </a:extLst>
          </p:cNvPr>
          <p:cNvSpPr/>
          <p:nvPr/>
        </p:nvSpPr>
        <p:spPr>
          <a:xfrm>
            <a:off x="2852238" y="2810479"/>
            <a:ext cx="1207884" cy="437075"/>
          </a:xfrm>
          <a:prstGeom prst="round2Same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1400" dirty="0" err="1"/>
              <a:t>generate</a:t>
            </a:r>
            <a:endParaRPr lang="fr-FR" sz="1400" dirty="0"/>
          </a:p>
        </p:txBody>
      </p:sp>
      <p:sp>
        <p:nvSpPr>
          <p:cNvPr id="9" name="Rectangle : coins arrondis 8">
            <a:extLst>
              <a:ext uri="{FF2B5EF4-FFF2-40B4-BE49-F238E27FC236}">
                <a16:creationId xmlns:a16="http://schemas.microsoft.com/office/drawing/2014/main" id="{655839FA-5F98-CDDB-7143-05F87D936AC7}"/>
              </a:ext>
            </a:extLst>
          </p:cNvPr>
          <p:cNvSpPr/>
          <p:nvPr/>
        </p:nvSpPr>
        <p:spPr>
          <a:xfrm>
            <a:off x="4949176" y="1989870"/>
            <a:ext cx="1224951" cy="517585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1400" dirty="0"/>
              <a:t>Raw new content</a:t>
            </a:r>
          </a:p>
        </p:txBody>
      </p:sp>
      <p:sp>
        <p:nvSpPr>
          <p:cNvPr id="11" name="Rectangle : coins arrondis 10">
            <a:extLst>
              <a:ext uri="{FF2B5EF4-FFF2-40B4-BE49-F238E27FC236}">
                <a16:creationId xmlns:a16="http://schemas.microsoft.com/office/drawing/2014/main" id="{C19A8A86-33DF-5932-4CFA-43AFA749B77E}"/>
              </a:ext>
            </a:extLst>
          </p:cNvPr>
          <p:cNvSpPr/>
          <p:nvPr/>
        </p:nvSpPr>
        <p:spPr>
          <a:xfrm>
            <a:off x="3724225" y="4038320"/>
            <a:ext cx="1224951" cy="517585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1400" dirty="0"/>
              <a:t>Hard cache</a:t>
            </a:r>
          </a:p>
        </p:txBody>
      </p:sp>
      <p:sp>
        <p:nvSpPr>
          <p:cNvPr id="12" name="Rectangle : coins arrondis 11">
            <a:extLst>
              <a:ext uri="{FF2B5EF4-FFF2-40B4-BE49-F238E27FC236}">
                <a16:creationId xmlns:a16="http://schemas.microsoft.com/office/drawing/2014/main" id="{23FC133B-7582-85D4-CF07-61C81557ABD9}"/>
              </a:ext>
            </a:extLst>
          </p:cNvPr>
          <p:cNvSpPr/>
          <p:nvPr/>
        </p:nvSpPr>
        <p:spPr>
          <a:xfrm>
            <a:off x="7585174" y="4041201"/>
            <a:ext cx="1224951" cy="517585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1400" dirty="0"/>
              <a:t>Soft cache</a:t>
            </a:r>
          </a:p>
        </p:txBody>
      </p:sp>
      <p:sp>
        <p:nvSpPr>
          <p:cNvPr id="13" name="Ellipse 12">
            <a:extLst>
              <a:ext uri="{FF2B5EF4-FFF2-40B4-BE49-F238E27FC236}">
                <a16:creationId xmlns:a16="http://schemas.microsoft.com/office/drawing/2014/main" id="{258C19A9-3639-0619-ADEE-D2E5F26C00E1}"/>
              </a:ext>
            </a:extLst>
          </p:cNvPr>
          <p:cNvSpPr/>
          <p:nvPr/>
        </p:nvSpPr>
        <p:spPr>
          <a:xfrm>
            <a:off x="3975839" y="3642937"/>
            <a:ext cx="769908" cy="517585"/>
          </a:xfrm>
          <a:prstGeom prst="ellipse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1400" dirty="0">
                <a:solidFill>
                  <a:sysClr val="windowText" lastClr="000000"/>
                </a:solidFill>
              </a:rPr>
              <a:t>hash</a:t>
            </a:r>
          </a:p>
        </p:txBody>
      </p:sp>
      <p:sp>
        <p:nvSpPr>
          <p:cNvPr id="14" name="Ellipse 13">
            <a:extLst>
              <a:ext uri="{FF2B5EF4-FFF2-40B4-BE49-F238E27FC236}">
                <a16:creationId xmlns:a16="http://schemas.microsoft.com/office/drawing/2014/main" id="{08C259BA-710B-9FB5-C62B-F7C1FD06444C}"/>
              </a:ext>
            </a:extLst>
          </p:cNvPr>
          <p:cNvSpPr/>
          <p:nvPr/>
        </p:nvSpPr>
        <p:spPr>
          <a:xfrm>
            <a:off x="7812693" y="3652998"/>
            <a:ext cx="769908" cy="517585"/>
          </a:xfrm>
          <a:prstGeom prst="ellipse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1400" dirty="0">
                <a:solidFill>
                  <a:sysClr val="windowText" lastClr="000000"/>
                </a:solidFill>
              </a:rPr>
              <a:t>id</a:t>
            </a:r>
          </a:p>
        </p:txBody>
      </p:sp>
      <p:sp>
        <p:nvSpPr>
          <p:cNvPr id="15" name="Rectangle : avec coins arrondis en haut 14">
            <a:extLst>
              <a:ext uri="{FF2B5EF4-FFF2-40B4-BE49-F238E27FC236}">
                <a16:creationId xmlns:a16="http://schemas.microsoft.com/office/drawing/2014/main" id="{BA17DDDA-3D1F-F5D4-B9DE-B5514E7D7313}"/>
              </a:ext>
            </a:extLst>
          </p:cNvPr>
          <p:cNvSpPr/>
          <p:nvPr/>
        </p:nvSpPr>
        <p:spPr>
          <a:xfrm>
            <a:off x="6716965" y="2003909"/>
            <a:ext cx="1293962" cy="504640"/>
          </a:xfrm>
          <a:prstGeom prst="round2Same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1400" dirty="0"/>
              <a:t>parse</a:t>
            </a:r>
          </a:p>
        </p:txBody>
      </p:sp>
      <p:sp>
        <p:nvSpPr>
          <p:cNvPr id="18" name="Rectangle : coins arrondis 17">
            <a:extLst>
              <a:ext uri="{FF2B5EF4-FFF2-40B4-BE49-F238E27FC236}">
                <a16:creationId xmlns:a16="http://schemas.microsoft.com/office/drawing/2014/main" id="{F3DC2EB8-A217-F40E-0867-DB879AFEA9FB}"/>
              </a:ext>
            </a:extLst>
          </p:cNvPr>
          <p:cNvSpPr/>
          <p:nvPr/>
        </p:nvSpPr>
        <p:spPr>
          <a:xfrm>
            <a:off x="8588900" y="1990966"/>
            <a:ext cx="1224951" cy="517585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1400" dirty="0"/>
              <a:t>New content</a:t>
            </a:r>
          </a:p>
        </p:txBody>
      </p:sp>
      <p:sp>
        <p:nvSpPr>
          <p:cNvPr id="19" name="Rectangle : avec coins arrondis en haut 18">
            <a:extLst>
              <a:ext uri="{FF2B5EF4-FFF2-40B4-BE49-F238E27FC236}">
                <a16:creationId xmlns:a16="http://schemas.microsoft.com/office/drawing/2014/main" id="{91ADC53A-7ED4-38F0-550B-7551E98C4FC5}"/>
              </a:ext>
            </a:extLst>
          </p:cNvPr>
          <p:cNvSpPr/>
          <p:nvPr/>
        </p:nvSpPr>
        <p:spPr>
          <a:xfrm>
            <a:off x="10870268" y="1989867"/>
            <a:ext cx="1003726" cy="517585"/>
          </a:xfrm>
          <a:prstGeom prst="round2Same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1400" dirty="0"/>
              <a:t>format</a:t>
            </a:r>
          </a:p>
        </p:txBody>
      </p:sp>
      <p:sp>
        <p:nvSpPr>
          <p:cNvPr id="20" name="Rectangle : avec coins arrondis en haut 19">
            <a:extLst>
              <a:ext uri="{FF2B5EF4-FFF2-40B4-BE49-F238E27FC236}">
                <a16:creationId xmlns:a16="http://schemas.microsoft.com/office/drawing/2014/main" id="{C5930E66-78C0-1936-69B2-777AC378D202}"/>
              </a:ext>
            </a:extLst>
          </p:cNvPr>
          <p:cNvSpPr/>
          <p:nvPr/>
        </p:nvSpPr>
        <p:spPr>
          <a:xfrm>
            <a:off x="1578229" y="2016855"/>
            <a:ext cx="978380" cy="506082"/>
          </a:xfrm>
          <a:prstGeom prst="round2Same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1400" dirty="0" err="1"/>
              <a:t>extract</a:t>
            </a:r>
            <a:endParaRPr lang="fr-FR" sz="1400" dirty="0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0856DAB8-566A-BF9F-E7CC-6D8C43E321B7}"/>
              </a:ext>
            </a:extLst>
          </p:cNvPr>
          <p:cNvSpPr/>
          <p:nvPr/>
        </p:nvSpPr>
        <p:spPr>
          <a:xfrm>
            <a:off x="449964" y="797974"/>
            <a:ext cx="1367289" cy="454330"/>
          </a:xfrm>
          <a:prstGeom prst="rect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1400" dirty="0">
                <a:solidFill>
                  <a:sysClr val="windowText" lastClr="000000"/>
                </a:solidFill>
              </a:rPr>
              <a:t>Config: </a:t>
            </a:r>
            <a:r>
              <a:rPr lang="fr-FR" sz="1400" dirty="0" err="1">
                <a:solidFill>
                  <a:sysClr val="windowText" lastClr="000000"/>
                </a:solidFill>
              </a:rPr>
              <a:t>step</a:t>
            </a:r>
            <a:r>
              <a:rPr lang="fr-FR" sz="1400" dirty="0">
                <a:solidFill>
                  <a:sysClr val="windowText" lastClr="000000"/>
                </a:solidFill>
              </a:rPr>
              <a:t> (n)</a:t>
            </a:r>
          </a:p>
        </p:txBody>
      </p:sp>
      <p:cxnSp>
        <p:nvCxnSpPr>
          <p:cNvPr id="23" name="Connecteur droit avec flèche 22">
            <a:extLst>
              <a:ext uri="{FF2B5EF4-FFF2-40B4-BE49-F238E27FC236}">
                <a16:creationId xmlns:a16="http://schemas.microsoft.com/office/drawing/2014/main" id="{19D182D8-6415-E49C-56C6-E449F2820238}"/>
              </a:ext>
            </a:extLst>
          </p:cNvPr>
          <p:cNvCxnSpPr>
            <a:cxnSpLocks/>
            <a:stCxn id="4" idx="3"/>
            <a:endCxn id="20" idx="2"/>
          </p:cNvCxnSpPr>
          <p:nvPr/>
        </p:nvCxnSpPr>
        <p:spPr>
          <a:xfrm>
            <a:off x="1332019" y="2264145"/>
            <a:ext cx="246210" cy="5751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5" name="Connecteur droit avec flèche 24">
            <a:extLst>
              <a:ext uri="{FF2B5EF4-FFF2-40B4-BE49-F238E27FC236}">
                <a16:creationId xmlns:a16="http://schemas.microsoft.com/office/drawing/2014/main" id="{CEDB0045-1039-8EDE-B2E5-801872E0C977}"/>
              </a:ext>
            </a:extLst>
          </p:cNvPr>
          <p:cNvCxnSpPr>
            <a:cxnSpLocks/>
            <a:stCxn id="20" idx="0"/>
            <a:endCxn id="32" idx="1"/>
          </p:cNvCxnSpPr>
          <p:nvPr/>
        </p:nvCxnSpPr>
        <p:spPr>
          <a:xfrm>
            <a:off x="2556609" y="2269896"/>
            <a:ext cx="295630" cy="1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6" name="Rectangle : avec coins arrondis en haut 25">
            <a:extLst>
              <a:ext uri="{FF2B5EF4-FFF2-40B4-BE49-F238E27FC236}">
                <a16:creationId xmlns:a16="http://schemas.microsoft.com/office/drawing/2014/main" id="{1B5F5013-A91F-BFDE-C6DD-01D93149DBC1}"/>
              </a:ext>
            </a:extLst>
          </p:cNvPr>
          <p:cNvSpPr/>
          <p:nvPr/>
        </p:nvSpPr>
        <p:spPr>
          <a:xfrm>
            <a:off x="2852236" y="1231853"/>
            <a:ext cx="1207886" cy="437069"/>
          </a:xfrm>
          <a:prstGeom prst="round2Same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1400" dirty="0"/>
              <a:t>prompt</a:t>
            </a:r>
          </a:p>
        </p:txBody>
      </p:sp>
      <p:sp>
        <p:nvSpPr>
          <p:cNvPr id="32" name="Rectangle : coins arrondis 31">
            <a:extLst>
              <a:ext uri="{FF2B5EF4-FFF2-40B4-BE49-F238E27FC236}">
                <a16:creationId xmlns:a16="http://schemas.microsoft.com/office/drawing/2014/main" id="{AD0B32D8-3A48-DECF-DEB4-671070BBFE9D}"/>
              </a:ext>
            </a:extLst>
          </p:cNvPr>
          <p:cNvSpPr/>
          <p:nvPr/>
        </p:nvSpPr>
        <p:spPr>
          <a:xfrm>
            <a:off x="2852241" y="2016856"/>
            <a:ext cx="1207885" cy="506082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1400" dirty="0" err="1"/>
              <a:t>Sub</a:t>
            </a:r>
            <a:r>
              <a:rPr lang="fr-FR" sz="1400" dirty="0"/>
              <a:t>-content</a:t>
            </a:r>
          </a:p>
        </p:txBody>
      </p:sp>
      <p:cxnSp>
        <p:nvCxnSpPr>
          <p:cNvPr id="42" name="Connecteur droit avec flèche 41">
            <a:extLst>
              <a:ext uri="{FF2B5EF4-FFF2-40B4-BE49-F238E27FC236}">
                <a16:creationId xmlns:a16="http://schemas.microsoft.com/office/drawing/2014/main" id="{730EF69E-7260-2FDD-2FDC-2A980C616DD6}"/>
              </a:ext>
            </a:extLst>
          </p:cNvPr>
          <p:cNvCxnSpPr>
            <a:cxnSpLocks/>
            <a:stCxn id="32" idx="2"/>
            <a:endCxn id="8" idx="3"/>
          </p:cNvCxnSpPr>
          <p:nvPr/>
        </p:nvCxnSpPr>
        <p:spPr>
          <a:xfrm flipH="1">
            <a:off x="3456180" y="2522940"/>
            <a:ext cx="2" cy="287539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5" name="Connecteur droit avec flèche 44">
            <a:extLst>
              <a:ext uri="{FF2B5EF4-FFF2-40B4-BE49-F238E27FC236}">
                <a16:creationId xmlns:a16="http://schemas.microsoft.com/office/drawing/2014/main" id="{80E3E781-BFB0-26CC-A1D4-A01EB66EE013}"/>
              </a:ext>
            </a:extLst>
          </p:cNvPr>
          <p:cNvCxnSpPr>
            <a:cxnSpLocks/>
            <a:stCxn id="32" idx="0"/>
            <a:endCxn id="26" idx="1"/>
          </p:cNvCxnSpPr>
          <p:nvPr/>
        </p:nvCxnSpPr>
        <p:spPr>
          <a:xfrm flipH="1" flipV="1">
            <a:off x="3456181" y="1668920"/>
            <a:ext cx="3" cy="347936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55" name="Connecteur droit avec flèche 54">
            <a:extLst>
              <a:ext uri="{FF2B5EF4-FFF2-40B4-BE49-F238E27FC236}">
                <a16:creationId xmlns:a16="http://schemas.microsoft.com/office/drawing/2014/main" id="{FECD37EF-35CE-4926-C39C-DD3351682E15}"/>
              </a:ext>
            </a:extLst>
          </p:cNvPr>
          <p:cNvCxnSpPr>
            <a:cxnSpLocks/>
            <a:stCxn id="26" idx="0"/>
            <a:endCxn id="7" idx="2"/>
          </p:cNvCxnSpPr>
          <p:nvPr/>
        </p:nvCxnSpPr>
        <p:spPr>
          <a:xfrm>
            <a:off x="4060124" y="1450386"/>
            <a:ext cx="417973" cy="0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67" name="Connecteur droit avec flèche 66">
            <a:extLst>
              <a:ext uri="{FF2B5EF4-FFF2-40B4-BE49-F238E27FC236}">
                <a16:creationId xmlns:a16="http://schemas.microsoft.com/office/drawing/2014/main" id="{7ABD12FA-A2B0-19D1-97EB-3A443380B3E1}"/>
              </a:ext>
            </a:extLst>
          </p:cNvPr>
          <p:cNvCxnSpPr>
            <a:cxnSpLocks/>
            <a:stCxn id="9" idx="3"/>
            <a:endCxn id="15" idx="2"/>
          </p:cNvCxnSpPr>
          <p:nvPr/>
        </p:nvCxnSpPr>
        <p:spPr>
          <a:xfrm>
            <a:off x="6174125" y="2248661"/>
            <a:ext cx="542840" cy="7568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72" name="Connecteur : en angle 71">
            <a:extLst>
              <a:ext uri="{FF2B5EF4-FFF2-40B4-BE49-F238E27FC236}">
                <a16:creationId xmlns:a16="http://schemas.microsoft.com/office/drawing/2014/main" id="{3570B116-4D65-AF2D-108A-A3812A018F92}"/>
              </a:ext>
            </a:extLst>
          </p:cNvPr>
          <p:cNvCxnSpPr>
            <a:stCxn id="15" idx="3"/>
            <a:endCxn id="26" idx="3"/>
          </p:cNvCxnSpPr>
          <p:nvPr/>
        </p:nvCxnSpPr>
        <p:spPr>
          <a:xfrm rot="16200000" flipV="1">
            <a:off x="5024034" y="-336003"/>
            <a:ext cx="772058" cy="3907767"/>
          </a:xfrm>
          <a:prstGeom prst="bentConnector3">
            <a:avLst>
              <a:gd name="adj1" fmla="val 129609"/>
            </a:avLst>
          </a:prstGeom>
          <a:ln w="38100">
            <a:solidFill>
              <a:srgbClr val="FF0000"/>
            </a:solidFill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76" name="Connecteur droit avec flèche 75">
            <a:extLst>
              <a:ext uri="{FF2B5EF4-FFF2-40B4-BE49-F238E27FC236}">
                <a16:creationId xmlns:a16="http://schemas.microsoft.com/office/drawing/2014/main" id="{3E6871B3-9433-22F6-BFD7-C4A5346A9728}"/>
              </a:ext>
            </a:extLst>
          </p:cNvPr>
          <p:cNvCxnSpPr>
            <a:cxnSpLocks/>
            <a:stCxn id="15" idx="0"/>
            <a:endCxn id="18" idx="1"/>
          </p:cNvCxnSpPr>
          <p:nvPr/>
        </p:nvCxnSpPr>
        <p:spPr>
          <a:xfrm flipV="1">
            <a:off x="8010929" y="2249757"/>
            <a:ext cx="577971" cy="6472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80" name="Connecteur : en angle 79">
            <a:extLst>
              <a:ext uri="{FF2B5EF4-FFF2-40B4-BE49-F238E27FC236}">
                <a16:creationId xmlns:a16="http://schemas.microsoft.com/office/drawing/2014/main" id="{B8286BE3-8B43-B746-0B16-4AC401D2B28A}"/>
              </a:ext>
            </a:extLst>
          </p:cNvPr>
          <p:cNvCxnSpPr>
            <a:cxnSpLocks/>
            <a:stCxn id="8" idx="0"/>
            <a:endCxn id="18" idx="2"/>
          </p:cNvCxnSpPr>
          <p:nvPr/>
        </p:nvCxnSpPr>
        <p:spPr>
          <a:xfrm flipV="1">
            <a:off x="4060122" y="2508549"/>
            <a:ext cx="5141252" cy="520466"/>
          </a:xfrm>
          <a:prstGeom prst="bentConnector2">
            <a:avLst/>
          </a:prstGeom>
          <a:ln w="3810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91" name="Rectangle : avec coins arrondis en haut 90">
            <a:extLst>
              <a:ext uri="{FF2B5EF4-FFF2-40B4-BE49-F238E27FC236}">
                <a16:creationId xmlns:a16="http://schemas.microsoft.com/office/drawing/2014/main" id="{474DB5CC-71B8-A21A-B34B-F3063166D019}"/>
              </a:ext>
            </a:extLst>
          </p:cNvPr>
          <p:cNvSpPr/>
          <p:nvPr/>
        </p:nvSpPr>
        <p:spPr>
          <a:xfrm>
            <a:off x="6190031" y="1231853"/>
            <a:ext cx="1053503" cy="437069"/>
          </a:xfrm>
          <a:prstGeom prst="round2Same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1400" dirty="0"/>
              <a:t>LLM</a:t>
            </a:r>
          </a:p>
        </p:txBody>
      </p:sp>
      <p:cxnSp>
        <p:nvCxnSpPr>
          <p:cNvPr id="92" name="Connecteur droit avec flèche 91">
            <a:extLst>
              <a:ext uri="{FF2B5EF4-FFF2-40B4-BE49-F238E27FC236}">
                <a16:creationId xmlns:a16="http://schemas.microsoft.com/office/drawing/2014/main" id="{6C9CA59C-E37B-4ACB-5BD2-4994DEEB3EB3}"/>
              </a:ext>
            </a:extLst>
          </p:cNvPr>
          <p:cNvCxnSpPr>
            <a:cxnSpLocks/>
            <a:stCxn id="7" idx="0"/>
            <a:endCxn id="91" idx="2"/>
          </p:cNvCxnSpPr>
          <p:nvPr/>
        </p:nvCxnSpPr>
        <p:spPr>
          <a:xfrm>
            <a:off x="5772058" y="1450386"/>
            <a:ext cx="417973" cy="0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00" name="Connecteur : en angle 99">
            <a:extLst>
              <a:ext uri="{FF2B5EF4-FFF2-40B4-BE49-F238E27FC236}">
                <a16:creationId xmlns:a16="http://schemas.microsoft.com/office/drawing/2014/main" id="{79F38E90-9155-110B-0CD5-453DB7C43423}"/>
              </a:ext>
            </a:extLst>
          </p:cNvPr>
          <p:cNvCxnSpPr>
            <a:cxnSpLocks/>
            <a:stCxn id="11" idx="3"/>
            <a:endCxn id="9" idx="1"/>
          </p:cNvCxnSpPr>
          <p:nvPr/>
        </p:nvCxnSpPr>
        <p:spPr>
          <a:xfrm flipV="1">
            <a:off x="4949174" y="2248661"/>
            <a:ext cx="12700" cy="2048450"/>
          </a:xfrm>
          <a:prstGeom prst="bentConnector5">
            <a:avLst>
              <a:gd name="adj1" fmla="val 1732079"/>
              <a:gd name="adj2" fmla="val 50000"/>
              <a:gd name="adj3" fmla="val -2175472"/>
            </a:avLst>
          </a:prstGeom>
          <a:ln w="38100">
            <a:solidFill>
              <a:schemeClr val="accent3"/>
            </a:solidFill>
            <a:headEnd type="triangle" w="med" len="med"/>
            <a:tailEnd type="triangle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03" name="Connecteur : en angle 102">
            <a:extLst>
              <a:ext uri="{FF2B5EF4-FFF2-40B4-BE49-F238E27FC236}">
                <a16:creationId xmlns:a16="http://schemas.microsoft.com/office/drawing/2014/main" id="{65C04DB4-32F9-08B3-E15D-7A054352A0DF}"/>
              </a:ext>
            </a:extLst>
          </p:cNvPr>
          <p:cNvCxnSpPr>
            <a:cxnSpLocks/>
            <a:stCxn id="91" idx="1"/>
            <a:endCxn id="9" idx="0"/>
          </p:cNvCxnSpPr>
          <p:nvPr/>
        </p:nvCxnSpPr>
        <p:spPr>
          <a:xfrm rot="5400000">
            <a:off x="5978742" y="1251831"/>
            <a:ext cx="320948" cy="1155131"/>
          </a:xfrm>
          <a:prstGeom prst="bentConnector3">
            <a:avLst>
              <a:gd name="adj1" fmla="val 50000"/>
            </a:avLst>
          </a:prstGeom>
          <a:ln w="3810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14" name="Connecteur : en angle 113">
            <a:extLst>
              <a:ext uri="{FF2B5EF4-FFF2-40B4-BE49-F238E27FC236}">
                <a16:creationId xmlns:a16="http://schemas.microsoft.com/office/drawing/2014/main" id="{A0FB039B-3132-FE18-F787-5C46CCE12033}"/>
              </a:ext>
            </a:extLst>
          </p:cNvPr>
          <p:cNvCxnSpPr>
            <a:cxnSpLocks/>
            <a:stCxn id="18" idx="0"/>
            <a:endCxn id="12" idx="2"/>
          </p:cNvCxnSpPr>
          <p:nvPr/>
        </p:nvCxnSpPr>
        <p:spPr>
          <a:xfrm rot="16200000" flipH="1" flipV="1">
            <a:off x="7415601" y="2773011"/>
            <a:ext cx="2567820" cy="1003726"/>
          </a:xfrm>
          <a:prstGeom prst="bentConnector5">
            <a:avLst>
              <a:gd name="adj1" fmla="val -8902"/>
              <a:gd name="adj2" fmla="val -117009"/>
              <a:gd name="adj3" fmla="val 108902"/>
            </a:avLst>
          </a:prstGeom>
          <a:ln w="38100">
            <a:solidFill>
              <a:schemeClr val="accent3"/>
            </a:solidFill>
            <a:headEnd type="triangle" w="med" len="med"/>
            <a:tailEnd type="triangle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17" name="Connecteur : en angle 116">
            <a:extLst>
              <a:ext uri="{FF2B5EF4-FFF2-40B4-BE49-F238E27FC236}">
                <a16:creationId xmlns:a16="http://schemas.microsoft.com/office/drawing/2014/main" id="{BA377C42-9767-D62E-C1BF-1E3EC593AE05}"/>
              </a:ext>
            </a:extLst>
          </p:cNvPr>
          <p:cNvCxnSpPr>
            <a:cxnSpLocks/>
            <a:stCxn id="8" idx="1"/>
            <a:endCxn id="137" idx="0"/>
          </p:cNvCxnSpPr>
          <p:nvPr/>
        </p:nvCxnSpPr>
        <p:spPr>
          <a:xfrm rot="16200000" flipH="1">
            <a:off x="4660639" y="2043095"/>
            <a:ext cx="407779" cy="2816692"/>
          </a:xfrm>
          <a:prstGeom prst="bentConnector3">
            <a:avLst>
              <a:gd name="adj1" fmla="val 50000"/>
            </a:avLst>
          </a:prstGeom>
          <a:ln w="38100">
            <a:solidFill>
              <a:schemeClr val="accent4"/>
            </a:solidFill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37" name="Rectangle : coins arrondis 136">
            <a:extLst>
              <a:ext uri="{FF2B5EF4-FFF2-40B4-BE49-F238E27FC236}">
                <a16:creationId xmlns:a16="http://schemas.microsoft.com/office/drawing/2014/main" id="{73F83808-5836-2C4B-1C2B-57017DEEDB87}"/>
              </a:ext>
            </a:extLst>
          </p:cNvPr>
          <p:cNvSpPr/>
          <p:nvPr/>
        </p:nvSpPr>
        <p:spPr>
          <a:xfrm>
            <a:off x="5660398" y="3655333"/>
            <a:ext cx="1224951" cy="517585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1400" dirty="0"/>
              <a:t>Cache</a:t>
            </a:r>
          </a:p>
        </p:txBody>
      </p:sp>
      <p:cxnSp>
        <p:nvCxnSpPr>
          <p:cNvPr id="147" name="Connecteur droit avec flèche 146">
            <a:extLst>
              <a:ext uri="{FF2B5EF4-FFF2-40B4-BE49-F238E27FC236}">
                <a16:creationId xmlns:a16="http://schemas.microsoft.com/office/drawing/2014/main" id="{CA9A7A45-6BFC-0313-A811-8482C1B25824}"/>
              </a:ext>
            </a:extLst>
          </p:cNvPr>
          <p:cNvCxnSpPr>
            <a:stCxn id="137" idx="3"/>
            <a:endCxn id="14" idx="2"/>
          </p:cNvCxnSpPr>
          <p:nvPr/>
        </p:nvCxnSpPr>
        <p:spPr>
          <a:xfrm flipV="1">
            <a:off x="6885347" y="3911791"/>
            <a:ext cx="927346" cy="2335"/>
          </a:xfrm>
          <a:prstGeom prst="straightConnector1">
            <a:avLst/>
          </a:prstGeom>
          <a:ln w="38100">
            <a:solidFill>
              <a:schemeClr val="accent4"/>
            </a:solidFill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48" name="Connecteur droit avec flèche 147">
            <a:extLst>
              <a:ext uri="{FF2B5EF4-FFF2-40B4-BE49-F238E27FC236}">
                <a16:creationId xmlns:a16="http://schemas.microsoft.com/office/drawing/2014/main" id="{73859E1F-9B72-B00C-DADD-E223BC4ABA56}"/>
              </a:ext>
            </a:extLst>
          </p:cNvPr>
          <p:cNvCxnSpPr>
            <a:cxnSpLocks/>
            <a:stCxn id="137" idx="1"/>
            <a:endCxn id="13" idx="6"/>
          </p:cNvCxnSpPr>
          <p:nvPr/>
        </p:nvCxnSpPr>
        <p:spPr>
          <a:xfrm flipH="1" flipV="1">
            <a:off x="4745749" y="3901728"/>
            <a:ext cx="914649" cy="12396"/>
          </a:xfrm>
          <a:prstGeom prst="straightConnector1">
            <a:avLst/>
          </a:prstGeom>
          <a:ln w="38100">
            <a:solidFill>
              <a:schemeClr val="accent4"/>
            </a:solidFill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56" name="Connecteur droit avec flèche 155">
            <a:extLst>
              <a:ext uri="{FF2B5EF4-FFF2-40B4-BE49-F238E27FC236}">
                <a16:creationId xmlns:a16="http://schemas.microsoft.com/office/drawing/2014/main" id="{F9B080FB-439B-B3CD-188A-07149053B6C7}"/>
              </a:ext>
            </a:extLst>
          </p:cNvPr>
          <p:cNvCxnSpPr>
            <a:cxnSpLocks/>
            <a:stCxn id="18" idx="3"/>
            <a:endCxn id="19" idx="2"/>
          </p:cNvCxnSpPr>
          <p:nvPr/>
        </p:nvCxnSpPr>
        <p:spPr>
          <a:xfrm flipV="1">
            <a:off x="9813849" y="2248660"/>
            <a:ext cx="1056419" cy="1097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59" name="Connecteur : en angle 158">
            <a:extLst>
              <a:ext uri="{FF2B5EF4-FFF2-40B4-BE49-F238E27FC236}">
                <a16:creationId xmlns:a16="http://schemas.microsoft.com/office/drawing/2014/main" id="{061A8E6A-46DE-9383-9AA3-8A70F9D1BA78}"/>
              </a:ext>
            </a:extLst>
          </p:cNvPr>
          <p:cNvCxnSpPr>
            <a:cxnSpLocks/>
            <a:stCxn id="19" idx="1"/>
            <a:endCxn id="6" idx="3"/>
          </p:cNvCxnSpPr>
          <p:nvPr/>
        </p:nvCxnSpPr>
        <p:spPr>
          <a:xfrm rot="5400000">
            <a:off x="4837310" y="-874730"/>
            <a:ext cx="3152641" cy="9917007"/>
          </a:xfrm>
          <a:prstGeom prst="bentConnector2">
            <a:avLst/>
          </a:prstGeom>
          <a:ln w="3810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66" name="Rectangle 165">
            <a:extLst>
              <a:ext uri="{FF2B5EF4-FFF2-40B4-BE49-F238E27FC236}">
                <a16:creationId xmlns:a16="http://schemas.microsoft.com/office/drawing/2014/main" id="{5F8E31FE-D79C-2B52-22B7-ED7639BCAA22}"/>
              </a:ext>
            </a:extLst>
          </p:cNvPr>
          <p:cNvSpPr/>
          <p:nvPr/>
        </p:nvSpPr>
        <p:spPr>
          <a:xfrm>
            <a:off x="449964" y="4795678"/>
            <a:ext cx="1513939" cy="454330"/>
          </a:xfrm>
          <a:prstGeom prst="rect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1400" dirty="0">
                <a:solidFill>
                  <a:sysClr val="windowText" lastClr="000000"/>
                </a:solidFill>
              </a:rPr>
              <a:t>Config: </a:t>
            </a:r>
            <a:r>
              <a:rPr lang="fr-FR" sz="1400" dirty="0" err="1">
                <a:solidFill>
                  <a:sysClr val="windowText" lastClr="000000"/>
                </a:solidFill>
              </a:rPr>
              <a:t>step</a:t>
            </a:r>
            <a:r>
              <a:rPr lang="fr-FR" sz="1400" dirty="0">
                <a:solidFill>
                  <a:sysClr val="windowText" lastClr="000000"/>
                </a:solidFill>
              </a:rPr>
              <a:t> (n+1)</a:t>
            </a:r>
          </a:p>
        </p:txBody>
      </p:sp>
      <p:sp>
        <p:nvSpPr>
          <p:cNvPr id="2" name="Rectangle : avec coins arrondis en haut 1">
            <a:extLst>
              <a:ext uri="{FF2B5EF4-FFF2-40B4-BE49-F238E27FC236}">
                <a16:creationId xmlns:a16="http://schemas.microsoft.com/office/drawing/2014/main" id="{32C56F84-17EE-5743-3629-58B10AC903BA}"/>
              </a:ext>
            </a:extLst>
          </p:cNvPr>
          <p:cNvSpPr/>
          <p:nvPr/>
        </p:nvSpPr>
        <p:spPr>
          <a:xfrm>
            <a:off x="5637353" y="5388908"/>
            <a:ext cx="1003726" cy="517585"/>
          </a:xfrm>
          <a:prstGeom prst="round2Same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1400" dirty="0"/>
              <a:t>patch</a:t>
            </a:r>
          </a:p>
        </p:txBody>
      </p:sp>
    </p:spTree>
    <p:extLst>
      <p:ext uri="{BB962C8B-B14F-4D97-AF65-F5344CB8AC3E}">
        <p14:creationId xmlns:p14="http://schemas.microsoft.com/office/powerpoint/2010/main" val="12714230"/>
      </p:ext>
    </p:extLst>
  </p:cSld>
  <p:clrMapOvr>
    <a:masterClrMapping/>
  </p:clrMapOvr>
</p:sld>
</file>

<file path=ppt/theme/theme1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2013 - 2022 Theme</Template>
  <TotalTime>471</TotalTime>
  <Words>1146</Words>
  <Application>Microsoft Office PowerPoint</Application>
  <PresentationFormat>Grand écran</PresentationFormat>
  <Paragraphs>342</Paragraphs>
  <Slides>6</Slides>
  <Notes>0</Notes>
  <HiddenSlides>0</HiddenSlides>
  <MMClips>0</MMClips>
  <ScaleCrop>false</ScaleCrop>
  <HeadingPairs>
    <vt:vector size="6" baseType="variant">
      <vt:variant>
        <vt:lpstr>Polices utilisées</vt:lpstr>
      </vt:variant>
      <vt:variant>
        <vt:i4>3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6</vt:i4>
      </vt:variant>
    </vt:vector>
  </HeadingPairs>
  <TitlesOfParts>
    <vt:vector size="10" baseType="lpstr">
      <vt:lpstr>Arial</vt:lpstr>
      <vt:lpstr>Calibri</vt:lpstr>
      <vt:lpstr>Calibri Light</vt:lpstr>
      <vt:lpstr>Thème Office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Présentation PowerPoint</dc:title>
  <dc:creator>Grégory BEURIER</dc:creator>
  <cp:lastModifiedBy>Grégory Beurier</cp:lastModifiedBy>
  <cp:revision>1</cp:revision>
  <dcterms:created xsi:type="dcterms:W3CDTF">2023-05-17T14:36:33Z</dcterms:created>
  <dcterms:modified xsi:type="dcterms:W3CDTF">2024-06-21T08:24:58Z</dcterms:modified>
</cp:coreProperties>
</file>